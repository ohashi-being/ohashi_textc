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5" r:id="rId2"/>
    <p:sldId id="352" r:id="rId3"/>
    <p:sldId id="353" r:id="rId4"/>
    <p:sldId id="355" r:id="rId5"/>
    <p:sldId id="356" r:id="rId6"/>
    <p:sldId id="357" r:id="rId7"/>
    <p:sldId id="266"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8EE6"/>
    <a:srgbClr val="CC99FF"/>
    <a:srgbClr val="C057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3" autoAdjust="0"/>
    <p:restoredTop sz="72222" autoAdjust="0"/>
  </p:normalViewPr>
  <p:slideViewPr>
    <p:cSldViewPr snapToGrid="0">
      <p:cViewPr varScale="1">
        <p:scale>
          <a:sx n="45" d="100"/>
          <a:sy n="45" d="100"/>
        </p:scale>
        <p:origin x="13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0F003D-2D46-4BDC-9567-398A52ECB82A}" type="datetimeFigureOut">
              <a:rPr kumimoji="1" lang="ja-JP" altLang="en-US" smtClean="0"/>
              <a:t>2025/11/11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6CDB07-6992-40F9-AB5F-0C49781D171C}" type="slidenum">
              <a:rPr kumimoji="1" lang="ja-JP" altLang="en-US" smtClean="0"/>
              <a:t>‹#›</a:t>
            </a:fld>
            <a:endParaRPr kumimoji="1" lang="ja-JP" altLang="en-US"/>
          </a:p>
        </p:txBody>
      </p:sp>
    </p:spTree>
    <p:extLst>
      <p:ext uri="{BB962C8B-B14F-4D97-AF65-F5344CB8AC3E}">
        <p14:creationId xmlns:p14="http://schemas.microsoft.com/office/powerpoint/2010/main" val="19088971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これから自己紹介とあわせてルーツについてお話していきます。</a:t>
            </a:r>
            <a:endParaRPr kumimoji="1" lang="en-US" altLang="ja-JP" dirty="0"/>
          </a:p>
          <a:p>
            <a:r>
              <a:rPr kumimoji="1" lang="ja-JP" altLang="en-US" dirty="0"/>
              <a:t>よろしくおねがいします</a:t>
            </a:r>
          </a:p>
        </p:txBody>
      </p:sp>
      <p:sp>
        <p:nvSpPr>
          <p:cNvPr id="4" name="スライド番号プレースホルダー 3"/>
          <p:cNvSpPr>
            <a:spLocks noGrp="1"/>
          </p:cNvSpPr>
          <p:nvPr>
            <p:ph type="sldNum" sz="quarter" idx="10"/>
          </p:nvPr>
        </p:nvSpPr>
        <p:spPr/>
        <p:txBody>
          <a:bodyPr/>
          <a:lstStyle/>
          <a:p>
            <a:fld id="{696CDB07-6992-40F9-AB5F-0C49781D171C}" type="slidenum">
              <a:rPr kumimoji="1" lang="ja-JP" altLang="en-US" smtClean="0"/>
              <a:t>1</a:t>
            </a:fld>
            <a:endParaRPr kumimoji="1" lang="ja-JP" altLang="en-US"/>
          </a:p>
        </p:txBody>
      </p:sp>
    </p:spTree>
    <p:extLst>
      <p:ext uri="{BB962C8B-B14F-4D97-AF65-F5344CB8AC3E}">
        <p14:creationId xmlns:p14="http://schemas.microsoft.com/office/powerpoint/2010/main" val="366578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D707-CDBA-17DD-5AB0-0BA32403DB3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E6A16E-F64B-9A29-C8E4-81F178B3A9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467101-36EC-8882-3A5A-B5C94BD1824A}"/>
              </a:ext>
            </a:extLst>
          </p:cNvPr>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出身は京都府京都市右京区です。</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これは自分で撮りに行った写真なんですけど渡月橋ですね</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僕の住んでいたところは京都駅とかそのあたりのような都会っぽいところではなく少し自然の多いところで育ちました！</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僕なりの自然エピソードとして中学の時のマラソン大会を紹介したいんですけど</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普通校庭とか公園を何週とかだと思うんですけど隣に愛宕山という山があってそれを登るのがマラソン大会でした</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愛宕登山競争ですね</a:t>
            </a:r>
            <a:endParaRPr kumimoji="1" lang="en-US" altLang="ja-JP"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69F520E4-B6EC-42D4-9AEC-378D041A3455}"/>
              </a:ext>
            </a:extLst>
          </p:cNvPr>
          <p:cNvSpPr>
            <a:spLocks noGrp="1"/>
          </p:cNvSpPr>
          <p:nvPr>
            <p:ph type="sldNum" sz="quarter" idx="5"/>
          </p:nvPr>
        </p:nvSpPr>
        <p:spPr/>
        <p:txBody>
          <a:bodyPr/>
          <a:lstStyle/>
          <a:p>
            <a:pPr rtl="0"/>
            <a:fld id="{F3F257D5-55BF-4140-94FD-59F0D38B24D1}" type="slidenum">
              <a:rPr lang="en-US" altLang="ja-JP" smtClean="0"/>
              <a:t>2</a:t>
            </a:fld>
            <a:endParaRPr lang="ja-JP" altLang="en-US"/>
          </a:p>
        </p:txBody>
      </p:sp>
    </p:spTree>
    <p:extLst>
      <p:ext uri="{BB962C8B-B14F-4D97-AF65-F5344CB8AC3E}">
        <p14:creationId xmlns:p14="http://schemas.microsoft.com/office/powerpoint/2010/main" val="2659579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55A17-8E10-137C-930D-6FF83882DD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03F8A6-1523-95C2-BCC4-58F266E469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20675A-4C67-585D-F895-C5C69F91C107}"/>
              </a:ext>
            </a:extLst>
          </p:cNvPr>
          <p:cNvSpPr>
            <a:spLocks noGrp="1"/>
          </p:cNvSpPr>
          <p:nvPr>
            <p:ph type="body" idx="1"/>
          </p:nvPr>
        </p:nvSpPr>
        <p:spPr/>
        <p:txBody>
          <a:bodyPr/>
          <a:lstStyle/>
          <a:p>
            <a:pPr marL="0" indent="0">
              <a:lnSpc>
                <a:spcPct val="150000"/>
              </a:lnSpc>
              <a:buNone/>
            </a:pPr>
            <a:r>
              <a:rPr lang="ja-JP" altLang="en-US" sz="1200" b="0" dirty="0">
                <a:latin typeface="メイリオ" panose="020B0604030504040204" pitchFamily="50" charset="-128"/>
                <a:ea typeface="メイリオ" panose="020B0604030504040204" pitchFamily="50" charset="-128"/>
              </a:rPr>
              <a:t>父：スポーツ万能、頭いい</a:t>
            </a:r>
            <a:endParaRPr lang="en-US" altLang="ja-JP" sz="1200" b="0" dirty="0">
              <a:latin typeface="メイリオ" panose="020B0604030504040204" pitchFamily="50" charset="-128"/>
              <a:ea typeface="メイリオ" panose="020B0604030504040204" pitchFamily="50" charset="-128"/>
            </a:endParaRPr>
          </a:p>
          <a:p>
            <a:pPr marL="0" indent="0">
              <a:lnSpc>
                <a:spcPct val="150000"/>
              </a:lnSpc>
              <a:buNone/>
            </a:pPr>
            <a:r>
              <a:rPr lang="ja-JP" altLang="en-US" sz="1200" b="0" dirty="0">
                <a:latin typeface="メイリオ" panose="020B0604030504040204" pitchFamily="50" charset="-128"/>
                <a:ea typeface="メイリオ" panose="020B0604030504040204" pitchFamily="50" charset="-128"/>
              </a:rPr>
              <a:t>母：</a:t>
            </a:r>
            <a:r>
              <a:rPr lang="en-US" altLang="ja-JP" sz="1200" b="0" dirty="0">
                <a:latin typeface="メイリオ" panose="020B0604030504040204" pitchFamily="50" charset="-128"/>
                <a:ea typeface="メイリオ" panose="020B0604030504040204" pitchFamily="50" charset="-128"/>
              </a:rPr>
              <a:t>the</a:t>
            </a:r>
            <a:r>
              <a:rPr lang="ja-JP" altLang="en-US" sz="1200" b="0" dirty="0">
                <a:latin typeface="メイリオ" panose="020B0604030504040204" pitchFamily="50" charset="-128"/>
                <a:ea typeface="メイリオ" panose="020B0604030504040204" pitchFamily="50" charset="-128"/>
              </a:rPr>
              <a:t> 関西のおばさんで話すと超長いですし、超声でかいです</a:t>
            </a:r>
            <a:endParaRPr lang="en-US" altLang="ja-JP" sz="1200" b="0" dirty="0">
              <a:latin typeface="メイリオ" panose="020B0604030504040204" pitchFamily="50" charset="-128"/>
              <a:ea typeface="メイリオ" panose="020B0604030504040204" pitchFamily="50" charset="-128"/>
            </a:endParaRPr>
          </a:p>
          <a:p>
            <a:pPr marL="0" indent="0">
              <a:lnSpc>
                <a:spcPct val="150000"/>
              </a:lnSpc>
              <a:buNone/>
            </a:pPr>
            <a:r>
              <a:rPr lang="ja-JP" altLang="en-US" sz="1200" b="0" dirty="0">
                <a:latin typeface="メイリオ" panose="020B0604030504040204" pitchFamily="50" charset="-128"/>
                <a:ea typeface="メイリオ" panose="020B0604030504040204" pitchFamily="50" charset="-128"/>
              </a:rPr>
              <a:t>兄：６個上なんですけどあこがれの存在というか何もかもお兄ちゃんに付いて行っていた気がします</a:t>
            </a:r>
            <a:endParaRPr lang="en-US" altLang="ja-JP" sz="1200" b="0" dirty="0">
              <a:latin typeface="メイリオ" panose="020B0604030504040204" pitchFamily="50" charset="-128"/>
              <a:ea typeface="メイリオ" panose="020B0604030504040204" pitchFamily="50" charset="-128"/>
            </a:endParaRPr>
          </a:p>
          <a:p>
            <a:pPr marL="0" indent="0">
              <a:lnSpc>
                <a:spcPct val="150000"/>
              </a:lnSpc>
              <a:buNone/>
            </a:pPr>
            <a:r>
              <a:rPr lang="ja-JP" altLang="en-US" sz="1200" b="0" dirty="0">
                <a:latin typeface="メイリオ" panose="020B0604030504040204" pitchFamily="50" charset="-128"/>
                <a:ea typeface="メイリオ" panose="020B0604030504040204" pitchFamily="50" charset="-128"/>
              </a:rPr>
              <a:t>野球も水泳も陸上もオタ活も兄がやっていたから僕もやったことがほとんどですね</a:t>
            </a:r>
            <a:endParaRPr lang="en-US" altLang="ja-JP" sz="1200" b="0" dirty="0">
              <a:latin typeface="メイリオ" panose="020B0604030504040204" pitchFamily="50" charset="-128"/>
              <a:ea typeface="メイリオ" panose="020B0604030504040204" pitchFamily="50" charset="-128"/>
            </a:endParaRPr>
          </a:p>
          <a:p>
            <a:pPr marL="0" indent="0">
              <a:lnSpc>
                <a:spcPct val="200000"/>
              </a:lnSpc>
              <a:buNone/>
            </a:pPr>
            <a:r>
              <a:rPr lang="ja-JP" altLang="en-US" sz="1200" b="0" dirty="0">
                <a:solidFill>
                  <a:srgbClr val="0070C0"/>
                </a:solidFill>
                <a:latin typeface="メイリオ" panose="020B0604030504040204" pitchFamily="50" charset="-128"/>
                <a:ea typeface="メイリオ" panose="020B0604030504040204" pitchFamily="50" charset="-128"/>
              </a:rPr>
              <a:t>総じて基本的にやりたいことはやらせてもらえたなと感じています。</a:t>
            </a:r>
            <a:endParaRPr lang="en-US" altLang="ja-JP" sz="1200" b="0" dirty="0">
              <a:solidFill>
                <a:srgbClr val="0070C0"/>
              </a:solidFill>
              <a:latin typeface="メイリオ" panose="020B0604030504040204" pitchFamily="50" charset="-128"/>
              <a:ea typeface="メイリオ" panose="020B0604030504040204" pitchFamily="50" charset="-128"/>
            </a:endParaRPr>
          </a:p>
          <a:p>
            <a:pPr marL="0" indent="0">
              <a:lnSpc>
                <a:spcPct val="200000"/>
              </a:lnSpc>
              <a:buNone/>
            </a:pPr>
            <a:r>
              <a:rPr lang="ja-JP" altLang="en-US" sz="1200" b="0" dirty="0">
                <a:solidFill>
                  <a:srgbClr val="0070C0"/>
                </a:solidFill>
                <a:latin typeface="メイリオ" panose="020B0604030504040204" pitchFamily="50" charset="-128"/>
                <a:ea typeface="メイリオ" panose="020B0604030504040204" pitchFamily="50" charset="-128"/>
              </a:rPr>
              <a:t>野球も大学受験も相当お金かかりますから本当に親に感謝ですね</a:t>
            </a:r>
            <a:endParaRPr lang="en-US" altLang="ja-JP" sz="1200" b="0" dirty="0">
              <a:solidFill>
                <a:srgbClr val="0070C0"/>
              </a:solidFill>
              <a:latin typeface="メイリオ" panose="020B0604030504040204" pitchFamily="50" charset="-128"/>
              <a:ea typeface="メイリオ" panose="020B0604030504040204" pitchFamily="50" charset="-128"/>
            </a:endParaRPr>
          </a:p>
          <a:p>
            <a:pPr marL="0" indent="0">
              <a:lnSpc>
                <a:spcPct val="200000"/>
              </a:lnSpc>
              <a:buNone/>
            </a:pPr>
            <a:endParaRPr lang="en-US" altLang="ja-JP" sz="1200" b="0" dirty="0">
              <a:solidFill>
                <a:srgbClr val="0070C0"/>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1" lang="en-US" altLang="ja-JP"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0352C739-393B-2BF6-CE7A-7F2565F86792}"/>
              </a:ext>
            </a:extLst>
          </p:cNvPr>
          <p:cNvSpPr>
            <a:spLocks noGrp="1"/>
          </p:cNvSpPr>
          <p:nvPr>
            <p:ph type="sldNum" sz="quarter" idx="5"/>
          </p:nvPr>
        </p:nvSpPr>
        <p:spPr/>
        <p:txBody>
          <a:bodyPr/>
          <a:lstStyle/>
          <a:p>
            <a:pPr rtl="0"/>
            <a:fld id="{F3F257D5-55BF-4140-94FD-59F0D38B24D1}" type="slidenum">
              <a:rPr lang="en-US" altLang="ja-JP" smtClean="0"/>
              <a:t>3</a:t>
            </a:fld>
            <a:endParaRPr lang="ja-JP" altLang="en-US"/>
          </a:p>
        </p:txBody>
      </p:sp>
    </p:spTree>
    <p:extLst>
      <p:ext uri="{BB962C8B-B14F-4D97-AF65-F5344CB8AC3E}">
        <p14:creationId xmlns:p14="http://schemas.microsoft.com/office/powerpoint/2010/main" val="411451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E58FE-0DB0-8772-BDAC-DBB317F4C9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85649E-CD75-C7A5-C35F-E22906012D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5DA34B-4A23-BCA6-E9D1-B430F7129565}"/>
              </a:ext>
            </a:extLst>
          </p:cNvPr>
          <p:cNvSpPr>
            <a:spLocks noGrp="1"/>
          </p:cNvSpPr>
          <p:nvPr>
            <p:ph type="body" idx="1"/>
          </p:nvPr>
        </p:nvSpPr>
        <p:spPr/>
        <p: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小中学校は勉強もスポーツもある程度できるような万能タイプでした。</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しかし、高校で自称進学校に進学し、周りとの学力差に圧倒されました。</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学年</a:t>
            </a:r>
            <a:r>
              <a:rPr kumimoji="1" lang="en-US" altLang="ja-JP" dirty="0">
                <a:latin typeface="メイリオ" panose="020B0604030504040204" pitchFamily="50" charset="-128"/>
                <a:ea typeface="メイリオ" panose="020B0604030504040204" pitchFamily="50" charset="-128"/>
              </a:rPr>
              <a:t>314</a:t>
            </a:r>
            <a:r>
              <a:rPr kumimoji="1" lang="ja-JP" altLang="en-US" dirty="0">
                <a:latin typeface="メイリオ" panose="020B0604030504040204" pitchFamily="50" charset="-128"/>
                <a:ea typeface="メイリオ" panose="020B0604030504040204" pitchFamily="50" charset="-128"/>
              </a:rPr>
              <a:t>人中</a:t>
            </a:r>
            <a:r>
              <a:rPr kumimoji="1" lang="en-US" altLang="ja-JP" dirty="0">
                <a:latin typeface="メイリオ" panose="020B0604030504040204" pitchFamily="50" charset="-128"/>
                <a:ea typeface="メイリオ" panose="020B0604030504040204" pitchFamily="50" charset="-128"/>
              </a:rPr>
              <a:t>310</a:t>
            </a:r>
            <a:r>
              <a:rPr kumimoji="1" lang="ja-JP" altLang="en-US" dirty="0">
                <a:latin typeface="メイリオ" panose="020B0604030504040204" pitchFamily="50" charset="-128"/>
                <a:ea typeface="メイリオ" panose="020B0604030504040204" pitchFamily="50" charset="-128"/>
              </a:rPr>
              <a:t>番目というかなり落ち込みましたね。</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その時は勉強を捨てて部活と学校行事に全振りしていました。</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そしてやりたいことも特になくなんとなく大学へ</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大学への進学理由は、ある程度のところで一番受かりやすそうだから</a:t>
            </a:r>
            <a:endParaRPr kumimoji="1" lang="en-US" altLang="ja-JP" dirty="0">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そんな適当な考えでした。</a:t>
            </a:r>
            <a:endParaRPr kumimoji="1" lang="en-US" altLang="ja-JP"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B264F372-0AEA-B350-C6F4-893EB88B8D4A}"/>
              </a:ext>
            </a:extLst>
          </p:cNvPr>
          <p:cNvSpPr>
            <a:spLocks noGrp="1"/>
          </p:cNvSpPr>
          <p:nvPr>
            <p:ph type="sldNum" sz="quarter" idx="5"/>
          </p:nvPr>
        </p:nvSpPr>
        <p:spPr/>
        <p:txBody>
          <a:bodyPr/>
          <a:lstStyle/>
          <a:p>
            <a:pPr rtl="0"/>
            <a:fld id="{F3F257D5-55BF-4140-94FD-59F0D38B24D1}" type="slidenum">
              <a:rPr lang="en-US" altLang="ja-JP" smtClean="0"/>
              <a:t>4</a:t>
            </a:fld>
            <a:endParaRPr lang="ja-JP" altLang="en-US"/>
          </a:p>
        </p:txBody>
      </p:sp>
    </p:spTree>
    <p:extLst>
      <p:ext uri="{BB962C8B-B14F-4D97-AF65-F5344CB8AC3E}">
        <p14:creationId xmlns:p14="http://schemas.microsoft.com/office/powerpoint/2010/main" val="1147629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9B2BD-CDBB-DE58-9A7A-4B89C6A0A35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B0B1E01-C679-587E-675F-ABE11F895D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26197C-D826-3081-56A5-DB5EAA6ED9BC}"/>
              </a:ext>
            </a:extLst>
          </p:cNvPr>
          <p:cNvSpPr>
            <a:spLocks noGrp="1"/>
          </p:cNvSpPr>
          <p:nvPr>
            <p:ph type="body" idx="1"/>
          </p:nvPr>
        </p:nvSpPr>
        <p:spPr/>
        <p:txBody>
          <a:bodyPr/>
          <a:lstStyle/>
          <a:p>
            <a:r>
              <a:rPr kumimoji="1" lang="ja-JP" altLang="en-US" dirty="0"/>
              <a:t>そして、いざ入った大学生活</a:t>
            </a:r>
            <a:endParaRPr kumimoji="1" lang="en-US" altLang="ja-JP" dirty="0"/>
          </a:p>
          <a:p>
            <a:r>
              <a:rPr kumimoji="1" lang="ja-JP" altLang="en-US" dirty="0"/>
              <a:t>大学での専攻はデータサイエンス、データ分析でした。</a:t>
            </a:r>
            <a:endParaRPr kumimoji="1" lang="en-US" altLang="ja-JP" dirty="0"/>
          </a:p>
          <a:p>
            <a:r>
              <a:rPr kumimoji="1" lang="ja-JP" altLang="en-US" dirty="0"/>
              <a:t>世の中の文化を分析していこうという今思えばめっちゃおもろそうな学部です。</a:t>
            </a:r>
            <a:endParaRPr kumimoji="1" lang="en-US" altLang="ja-JP" dirty="0"/>
          </a:p>
          <a:p>
            <a:r>
              <a:rPr kumimoji="1" lang="ja-JP" altLang="en-US" dirty="0"/>
              <a:t>例えば映画のショット分析やこれ僕の卒論なんですけど適正打順分析など</a:t>
            </a:r>
            <a:endParaRPr kumimoji="1" lang="en-US" altLang="ja-JP" dirty="0"/>
          </a:p>
          <a:p>
            <a:r>
              <a:rPr kumimoji="1" lang="ja-JP" altLang="en-US" dirty="0"/>
              <a:t>いろいろなデータを</a:t>
            </a:r>
            <a:r>
              <a:rPr kumimoji="1" lang="en-US" altLang="ja-JP" dirty="0"/>
              <a:t>R</a:t>
            </a:r>
            <a:r>
              <a:rPr kumimoji="1" lang="ja-JP" altLang="en-US" dirty="0"/>
              <a:t>や</a:t>
            </a:r>
            <a:r>
              <a:rPr kumimoji="1" lang="en-US" altLang="ja-JP" dirty="0"/>
              <a:t>Python</a:t>
            </a:r>
            <a:r>
              <a:rPr kumimoji="1" lang="ja-JP" altLang="en-US" dirty="0"/>
              <a:t>を用いて分析していく、そんなことをやっていました。</a:t>
            </a:r>
            <a:endParaRPr kumimoji="1" lang="en-US" altLang="ja-JP" dirty="0"/>
          </a:p>
          <a:p>
            <a:endParaRPr kumimoji="1" lang="en-US" altLang="ja-JP" dirty="0"/>
          </a:p>
          <a:p>
            <a:r>
              <a:rPr kumimoji="1" lang="ja-JP" altLang="en-US" dirty="0"/>
              <a:t>大学時代一番頑張ったのは、ユニクロでのアルバイトです。</a:t>
            </a:r>
            <a:endParaRPr kumimoji="1" lang="en-US" altLang="ja-JP" dirty="0"/>
          </a:p>
          <a:p>
            <a:r>
              <a:rPr kumimoji="1" lang="ja-JP" altLang="en-US" dirty="0"/>
              <a:t>社員と同レベルまで働いていました。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ユニクロにはカチカチの従業員マニュアルがあってそこで挨拶や言葉遣いなどの社会人としての所作をたくさん学ばせていただきました。</a:t>
            </a:r>
            <a:endParaRPr kumimoji="1" lang="en-US" altLang="ja-JP" dirty="0"/>
          </a:p>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dirty="0">
                <a:latin typeface="メイリオ" panose="020B0604030504040204" pitchFamily="50" charset="-128"/>
                <a:ea typeface="メイリオ" panose="020B0604030504040204" pitchFamily="50" charset="-128"/>
              </a:rPr>
              <a:t>また、この時に出会った仲間たちは今でも旅行に行くくらい仲良くていろいろと影響も受けました。</a:t>
            </a:r>
            <a:endParaRPr kumimoji="1" lang="en-US" altLang="ja-JP"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FE065EEA-4A17-229A-0AD9-5C3D16EAB697}"/>
              </a:ext>
            </a:extLst>
          </p:cNvPr>
          <p:cNvSpPr>
            <a:spLocks noGrp="1"/>
          </p:cNvSpPr>
          <p:nvPr>
            <p:ph type="sldNum" sz="quarter" idx="5"/>
          </p:nvPr>
        </p:nvSpPr>
        <p:spPr/>
        <p:txBody>
          <a:bodyPr/>
          <a:lstStyle/>
          <a:p>
            <a:pPr rtl="0"/>
            <a:fld id="{F3F257D5-55BF-4140-94FD-59F0D38B24D1}" type="slidenum">
              <a:rPr lang="en-US" altLang="ja-JP" smtClean="0"/>
              <a:t>5</a:t>
            </a:fld>
            <a:endParaRPr lang="ja-JP" altLang="en-US"/>
          </a:p>
        </p:txBody>
      </p:sp>
    </p:spTree>
    <p:extLst>
      <p:ext uri="{BB962C8B-B14F-4D97-AF65-F5344CB8AC3E}">
        <p14:creationId xmlns:p14="http://schemas.microsoft.com/office/powerpoint/2010/main" val="1919069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F2345-9417-2EEE-611E-9AF8088C11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CDD21D-49D7-6B43-2A73-ACCFF22CD8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A72D3D-EC79-6AAB-20FE-038A23279FE9}"/>
              </a:ext>
            </a:extLst>
          </p:cNvPr>
          <p:cNvSpPr>
            <a:spLocks noGrp="1"/>
          </p:cNvSpPr>
          <p:nvPr>
            <p:ph type="body" idx="1"/>
          </p:nvPr>
        </p:nvSpPr>
        <p:spPr/>
        <p:txBody>
          <a:bodyPr/>
          <a:lstStyle/>
          <a:p>
            <a:pPr marL="0" indent="0">
              <a:lnSpc>
                <a:spcPct val="100000"/>
              </a:lnSpc>
              <a:buNone/>
            </a:pPr>
            <a:r>
              <a:rPr lang="ja-JP" altLang="en-US" sz="1200" dirty="0">
                <a:solidFill>
                  <a:srgbClr val="C00000"/>
                </a:solidFill>
                <a:latin typeface="メイリオ" panose="020B0604030504040204" pitchFamily="50" charset="-128"/>
                <a:ea typeface="メイリオ" panose="020B0604030504040204" pitchFamily="50" charset="-128"/>
              </a:rPr>
              <a:t>そして、最後に趣味についてです</a:t>
            </a:r>
            <a:endParaRPr lang="en-US" altLang="ja-JP" sz="1200" dirty="0">
              <a:solidFill>
                <a:srgbClr val="C00000"/>
              </a:solidFill>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まずは何といっても野球です。</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小学校２年～高校３年までプレーしていてキャッチャーやショート、センターなどいろんなところを守っていました。</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現在は熱狂的な楽天ファンで東北営業所に</a:t>
            </a:r>
            <a:r>
              <a:rPr lang="en-US" altLang="ja-JP" sz="1200" dirty="0">
                <a:latin typeface="メイリオ" panose="020B0604030504040204" pitchFamily="50" charset="-128"/>
                <a:ea typeface="メイリオ" panose="020B0604030504040204" pitchFamily="50" charset="-128"/>
              </a:rPr>
              <a:t>OJT</a:t>
            </a:r>
            <a:r>
              <a:rPr lang="ja-JP" altLang="en-US" sz="1200" dirty="0">
                <a:latin typeface="メイリオ" panose="020B0604030504040204" pitchFamily="50" charset="-128"/>
                <a:ea typeface="メイリオ" panose="020B0604030504040204" pitchFamily="50" charset="-128"/>
              </a:rPr>
              <a:t>で行ったときは営業所の方と一緒に野球を見に行きました</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僕が熱狂的過ぎてひかれていました</a:t>
            </a:r>
            <a:endParaRPr lang="en-US" altLang="ja-JP" sz="12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1200" dirty="0">
                <a:latin typeface="メイリオ" panose="020B0604030504040204" pitchFamily="50" charset="-128"/>
                <a:ea typeface="メイリオ" panose="020B0604030504040204" pitchFamily="50" charset="-128"/>
              </a:rPr>
              <a:t>そして次は推し活ですね。</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lang="en-US" altLang="ja-JP" sz="1200" b="0" dirty="0">
                <a:latin typeface="メイリオ" panose="020B0604030504040204" pitchFamily="50" charset="-128"/>
                <a:ea typeface="メイリオ" panose="020B0604030504040204" pitchFamily="50" charset="-128"/>
              </a:rPr>
              <a:t>K-POP</a:t>
            </a:r>
            <a:r>
              <a:rPr lang="ja-JP" altLang="en-US" sz="1200" dirty="0">
                <a:latin typeface="メイリオ" panose="020B0604030504040204" pitchFamily="50" charset="-128"/>
                <a:ea typeface="メイリオ" panose="020B0604030504040204" pitchFamily="50" charset="-128"/>
              </a:rPr>
              <a:t>や坂道など多岐にわたる</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ライブに行ったりなど忙しい日々です。</a:t>
            </a:r>
            <a:endParaRPr lang="en-US" altLang="ja-JP" sz="1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1200" dirty="0">
                <a:latin typeface="メイリオ" panose="020B0604030504040204" pitchFamily="50" charset="-128"/>
                <a:ea typeface="メイリオ" panose="020B0604030504040204" pitchFamily="50" charset="-128"/>
              </a:rPr>
              <a:t>最近は馬活しています</a:t>
            </a:r>
            <a:endParaRPr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kumimoji="1" lang="ja-JP" altLang="en-US" sz="1200" dirty="0">
                <a:latin typeface="メイリオ" panose="020B0604030504040204" pitchFamily="50" charset="-128"/>
                <a:ea typeface="メイリオ" panose="020B0604030504040204" pitchFamily="50" charset="-128"/>
              </a:rPr>
              <a:t>馬の名前とか全然わからないんですけど単純にかっこかわいくてはまりました。</a:t>
            </a:r>
            <a:endParaRPr kumimoji="1"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kumimoji="1" lang="ja-JP" altLang="en-US" sz="1200" dirty="0">
                <a:latin typeface="メイリオ" panose="020B0604030504040204" pitchFamily="50" charset="-128"/>
                <a:ea typeface="メイリオ" panose="020B0604030504040204" pitchFamily="50" charset="-128"/>
              </a:rPr>
              <a:t>これはユニクロの先輩らに北海道に馬旅行に行ったことがきっかけではまりました。</a:t>
            </a:r>
            <a:endParaRPr kumimoji="1" lang="en-US" altLang="ja-JP" sz="1200" dirty="0">
              <a:latin typeface="メイリオ" panose="020B0604030504040204" pitchFamily="50" charset="-128"/>
              <a:ea typeface="メイリオ" panose="020B0604030504040204" pitchFamily="50" charset="-128"/>
            </a:endParaRPr>
          </a:p>
          <a:p>
            <a:pPr marL="0" indent="0">
              <a:lnSpc>
                <a:spcPct val="100000"/>
              </a:lnSpc>
              <a:buNone/>
            </a:pPr>
            <a:r>
              <a:rPr kumimoji="1" lang="ja-JP" altLang="en-US" sz="1200" dirty="0">
                <a:latin typeface="メイリオ" panose="020B0604030504040204" pitchFamily="50" charset="-128"/>
                <a:ea typeface="メイリオ" panose="020B0604030504040204" pitchFamily="50" charset="-128"/>
              </a:rPr>
              <a:t>たまに競馬場行ったりして馬活を楽しんでいます。</a:t>
            </a:r>
            <a:endParaRPr kumimoji="1" lang="en-US" altLang="ja-JP" sz="1200" dirty="0">
              <a:latin typeface="メイリオ" panose="020B0604030504040204" pitchFamily="50" charset="-128"/>
              <a:ea typeface="メイリオ" panose="020B0604030504040204" pitchFamily="50" charset="-128"/>
            </a:endParaRPr>
          </a:p>
        </p:txBody>
      </p:sp>
      <p:sp>
        <p:nvSpPr>
          <p:cNvPr id="4" name="スライド番号プレースホルダー 3">
            <a:extLst>
              <a:ext uri="{FF2B5EF4-FFF2-40B4-BE49-F238E27FC236}">
                <a16:creationId xmlns:a16="http://schemas.microsoft.com/office/drawing/2014/main" id="{78519FC2-01EE-51A1-2C8F-0ADB7D86188E}"/>
              </a:ext>
            </a:extLst>
          </p:cNvPr>
          <p:cNvSpPr>
            <a:spLocks noGrp="1"/>
          </p:cNvSpPr>
          <p:nvPr>
            <p:ph type="sldNum" sz="quarter" idx="5"/>
          </p:nvPr>
        </p:nvSpPr>
        <p:spPr/>
        <p:txBody>
          <a:bodyPr/>
          <a:lstStyle/>
          <a:p>
            <a:pPr rtl="0"/>
            <a:fld id="{F3F257D5-55BF-4140-94FD-59F0D38B24D1}" type="slidenum">
              <a:rPr lang="en-US" altLang="ja-JP" smtClean="0"/>
              <a:t>6</a:t>
            </a:fld>
            <a:endParaRPr lang="ja-JP" altLang="en-US"/>
          </a:p>
        </p:txBody>
      </p:sp>
    </p:spTree>
    <p:extLst>
      <p:ext uri="{BB962C8B-B14F-4D97-AF65-F5344CB8AC3E}">
        <p14:creationId xmlns:p14="http://schemas.microsoft.com/office/powerpoint/2010/main" val="3199371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これから</a:t>
            </a:r>
            <a:r>
              <a:rPr kumimoji="1" lang="ja-JP" altLang="en-US" dirty="0"/>
              <a:t>よろしくおねがいします！</a:t>
            </a:r>
            <a:endParaRPr kumimoji="1" lang="en-US" altLang="ja-JP" dirty="0"/>
          </a:p>
        </p:txBody>
      </p:sp>
      <p:sp>
        <p:nvSpPr>
          <p:cNvPr id="4" name="スライド番号プレースホルダー 3"/>
          <p:cNvSpPr>
            <a:spLocks noGrp="1"/>
          </p:cNvSpPr>
          <p:nvPr>
            <p:ph type="sldNum" sz="quarter" idx="10"/>
          </p:nvPr>
        </p:nvSpPr>
        <p:spPr/>
        <p:txBody>
          <a:bodyPr/>
          <a:lstStyle/>
          <a:p>
            <a:fld id="{696CDB07-6992-40F9-AB5F-0C49781D171C}" type="slidenum">
              <a:rPr kumimoji="1" lang="ja-JP" altLang="en-US" smtClean="0"/>
              <a:t>7</a:t>
            </a:fld>
            <a:endParaRPr kumimoji="1" lang="ja-JP" altLang="en-US"/>
          </a:p>
        </p:txBody>
      </p:sp>
    </p:spTree>
    <p:extLst>
      <p:ext uri="{BB962C8B-B14F-4D97-AF65-F5344CB8AC3E}">
        <p14:creationId xmlns:p14="http://schemas.microsoft.com/office/powerpoint/2010/main" val="583617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A819C95-B8FC-47CB-A814-74B39E3DA4F3}" type="datetime1">
              <a:rPr kumimoji="1" lang="ja-JP" altLang="en-US" smtClean="0"/>
              <a:t>2025/11/11</a:t>
            </a:fld>
            <a:endParaRPr kumimoji="1" lang="ja-JP" altLang="en-US"/>
          </a:p>
        </p:txBody>
      </p:sp>
      <p:sp>
        <p:nvSpPr>
          <p:cNvPr id="5" name="フッター プレースホルダー 4"/>
          <p:cNvSpPr>
            <a:spLocks noGrp="1"/>
          </p:cNvSpPr>
          <p:nvPr>
            <p:ph type="ftr" sz="quarter" idx="11"/>
          </p:nvPr>
        </p:nvSpPr>
        <p:spPr/>
        <p:txBody>
          <a:body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4255363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48FC718-5923-4042-B917-DF569C7B7F9B}" type="datetime1">
              <a:rPr kumimoji="1" lang="ja-JP" altLang="en-US" smtClean="0"/>
              <a:t>2025/11/11</a:t>
            </a:fld>
            <a:endParaRPr kumimoji="1" lang="ja-JP" altLang="en-US"/>
          </a:p>
        </p:txBody>
      </p:sp>
      <p:sp>
        <p:nvSpPr>
          <p:cNvPr id="5" name="フッター プレースホルダー 4"/>
          <p:cNvSpPr>
            <a:spLocks noGrp="1"/>
          </p:cNvSpPr>
          <p:nvPr>
            <p:ph type="ftr" sz="quarter" idx="11"/>
          </p:nvPr>
        </p:nvSpPr>
        <p:spPr/>
        <p:txBody>
          <a:body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74725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890A484-0928-4CB8-AFAA-51D4E755909F}" type="datetime1">
              <a:rPr kumimoji="1" lang="ja-JP" altLang="en-US" smtClean="0"/>
              <a:t>2025/11/11</a:t>
            </a:fld>
            <a:endParaRPr kumimoji="1" lang="ja-JP" altLang="en-US"/>
          </a:p>
        </p:txBody>
      </p:sp>
      <p:sp>
        <p:nvSpPr>
          <p:cNvPr id="5" name="フッター プレースホルダー 4"/>
          <p:cNvSpPr>
            <a:spLocks noGrp="1"/>
          </p:cNvSpPr>
          <p:nvPr>
            <p:ph type="ftr" sz="quarter" idx="11"/>
          </p:nvPr>
        </p:nvSpPr>
        <p:spPr/>
        <p:txBody>
          <a:body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213834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D1B034BC-B8CF-44B7-BF8B-FC1B78A63963}" type="datetime1">
              <a:rPr kumimoji="1" lang="ja-JP" altLang="en-US" smtClean="0"/>
              <a:t>2025/11/11</a:t>
            </a:fld>
            <a:endParaRPr kumimoji="1" lang="ja-JP" altLang="en-US"/>
          </a:p>
        </p:txBody>
      </p:sp>
      <p:sp>
        <p:nvSpPr>
          <p:cNvPr id="6" name="フッター プレースホルダー 5"/>
          <p:cNvSpPr>
            <a:spLocks noGrp="1"/>
          </p:cNvSpPr>
          <p:nvPr>
            <p:ph type="ftr" sz="quarter" idx="11"/>
          </p:nvPr>
        </p:nvSpPr>
        <p:spPr/>
        <p:txBody>
          <a:bodyPr/>
          <a:lstStyle/>
          <a:p>
            <a:r>
              <a:rPr kumimoji="1" lang="zh-TW" altLang="en-US"/>
              <a:t>人財開発課 大橋 陸</a:t>
            </a:r>
            <a:endParaRPr kumimoji="1" lang="ja-JP" altLang="en-US"/>
          </a:p>
        </p:txBody>
      </p:sp>
      <p:sp>
        <p:nvSpPr>
          <p:cNvPr id="7" name="スライド番号プレースホルダー 6"/>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2135942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940A1C30-C7A4-48B5-A1EA-23709AD319E4}" type="datetime1">
              <a:rPr kumimoji="1" lang="ja-JP" altLang="en-US" smtClean="0"/>
              <a:t>2025/11/11</a:t>
            </a:fld>
            <a:endParaRPr kumimoji="1" lang="ja-JP" altLang="en-US"/>
          </a:p>
        </p:txBody>
      </p:sp>
      <p:sp>
        <p:nvSpPr>
          <p:cNvPr id="8" name="フッター プレースホルダー 7"/>
          <p:cNvSpPr>
            <a:spLocks noGrp="1"/>
          </p:cNvSpPr>
          <p:nvPr>
            <p:ph type="ftr" sz="quarter" idx="11"/>
          </p:nvPr>
        </p:nvSpPr>
        <p:spPr/>
        <p:txBody>
          <a:bodyPr/>
          <a:lstStyle/>
          <a:p>
            <a:r>
              <a:rPr kumimoji="1" lang="zh-TW" altLang="en-US"/>
              <a:t>人財開発課 大橋 陸</a:t>
            </a:r>
            <a:endParaRPr kumimoji="1" lang="ja-JP" altLang="en-US"/>
          </a:p>
        </p:txBody>
      </p:sp>
      <p:sp>
        <p:nvSpPr>
          <p:cNvPr id="9" name="スライド番号プレースホルダー 8"/>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166105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DA30EFE0-AB87-45E9-901F-32B44804E9F8}" type="datetime1">
              <a:rPr kumimoji="1" lang="ja-JP" altLang="en-US" smtClean="0"/>
              <a:t>2025/11/11</a:t>
            </a:fld>
            <a:endParaRPr kumimoji="1" lang="ja-JP" altLang="en-US"/>
          </a:p>
        </p:txBody>
      </p:sp>
      <p:sp>
        <p:nvSpPr>
          <p:cNvPr id="4" name="フッター プレースホルダー 3"/>
          <p:cNvSpPr>
            <a:spLocks noGrp="1"/>
          </p:cNvSpPr>
          <p:nvPr>
            <p:ph type="ftr" sz="quarter" idx="11"/>
          </p:nvPr>
        </p:nvSpPr>
        <p:spPr/>
        <p:txBody>
          <a:bodyPr/>
          <a:lstStyle/>
          <a:p>
            <a:r>
              <a:rPr kumimoji="1" lang="zh-TW" altLang="en-US"/>
              <a:t>人財開発課 大橋 陸</a:t>
            </a:r>
            <a:endParaRPr kumimoji="1" lang="ja-JP" altLang="en-US"/>
          </a:p>
        </p:txBody>
      </p:sp>
      <p:sp>
        <p:nvSpPr>
          <p:cNvPr id="5" name="スライド番号プレースホルダー 4"/>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3367768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35AFBA3-A2F2-417B-90D6-25CCEC1254A1}" type="datetime1">
              <a:rPr kumimoji="1" lang="ja-JP" altLang="en-US" smtClean="0"/>
              <a:t>2025/11/11</a:t>
            </a:fld>
            <a:endParaRPr kumimoji="1" lang="ja-JP" altLang="en-US"/>
          </a:p>
        </p:txBody>
      </p:sp>
      <p:sp>
        <p:nvSpPr>
          <p:cNvPr id="3" name="フッター プレースホルダー 2"/>
          <p:cNvSpPr>
            <a:spLocks noGrp="1"/>
          </p:cNvSpPr>
          <p:nvPr>
            <p:ph type="ftr" sz="quarter" idx="11"/>
          </p:nvPr>
        </p:nvSpPr>
        <p:spPr/>
        <p:txBody>
          <a:bodyPr/>
          <a:lstStyle/>
          <a:p>
            <a:r>
              <a:rPr kumimoji="1" lang="zh-TW" altLang="en-US"/>
              <a:t>人財開発課 大橋 陸</a:t>
            </a:r>
            <a:endParaRPr kumimoji="1" lang="ja-JP" altLang="en-US"/>
          </a:p>
        </p:txBody>
      </p:sp>
      <p:sp>
        <p:nvSpPr>
          <p:cNvPr id="4" name="スライド番号プレースホルダー 3"/>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2354672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71BE9DE-0D8E-4D41-9ED7-B3DFB09E4DE9}" type="datetime1">
              <a:rPr kumimoji="1" lang="ja-JP" altLang="en-US" smtClean="0"/>
              <a:t>2025/11/11</a:t>
            </a:fld>
            <a:endParaRPr kumimoji="1" lang="ja-JP" altLang="en-US"/>
          </a:p>
        </p:txBody>
      </p:sp>
      <p:sp>
        <p:nvSpPr>
          <p:cNvPr id="6" name="フッター プレースホルダー 5"/>
          <p:cNvSpPr>
            <a:spLocks noGrp="1"/>
          </p:cNvSpPr>
          <p:nvPr>
            <p:ph type="ftr" sz="quarter" idx="11"/>
          </p:nvPr>
        </p:nvSpPr>
        <p:spPr/>
        <p:txBody>
          <a:bodyPr/>
          <a:lstStyle/>
          <a:p>
            <a:r>
              <a:rPr kumimoji="1" lang="zh-TW" altLang="en-US"/>
              <a:t>人財開発課 大橋 陸</a:t>
            </a:r>
            <a:endParaRPr kumimoji="1" lang="ja-JP" altLang="en-US"/>
          </a:p>
        </p:txBody>
      </p:sp>
      <p:sp>
        <p:nvSpPr>
          <p:cNvPr id="7" name="スライド番号プレースホルダー 6"/>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4000538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4C04E2B-FB87-4AA0-BD7D-70B04D05B5CF}" type="datetime1">
              <a:rPr kumimoji="1" lang="ja-JP" altLang="en-US" smtClean="0"/>
              <a:t>2025/11/11</a:t>
            </a:fld>
            <a:endParaRPr kumimoji="1" lang="ja-JP" altLang="en-US"/>
          </a:p>
        </p:txBody>
      </p:sp>
      <p:sp>
        <p:nvSpPr>
          <p:cNvPr id="6" name="フッター プレースホルダー 5"/>
          <p:cNvSpPr>
            <a:spLocks noGrp="1"/>
          </p:cNvSpPr>
          <p:nvPr>
            <p:ph type="ftr" sz="quarter" idx="11"/>
          </p:nvPr>
        </p:nvSpPr>
        <p:spPr/>
        <p:txBody>
          <a:bodyPr/>
          <a:lstStyle/>
          <a:p>
            <a:r>
              <a:rPr kumimoji="1" lang="zh-TW" altLang="en-US"/>
              <a:t>人財開発課 大橋 陸</a:t>
            </a:r>
            <a:endParaRPr kumimoji="1" lang="ja-JP" altLang="en-US"/>
          </a:p>
        </p:txBody>
      </p:sp>
      <p:sp>
        <p:nvSpPr>
          <p:cNvPr id="7" name="スライド番号プレースホルダー 6"/>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3476447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7C8E006-3AC6-4104-AF3F-477A62F4CBB4}" type="datetime1">
              <a:rPr kumimoji="1" lang="ja-JP" altLang="en-US" smtClean="0"/>
              <a:t>2025/11/11</a:t>
            </a:fld>
            <a:endParaRPr kumimoji="1" lang="ja-JP" altLang="en-US"/>
          </a:p>
        </p:txBody>
      </p:sp>
      <p:sp>
        <p:nvSpPr>
          <p:cNvPr id="5" name="フッター プレースホルダー 4"/>
          <p:cNvSpPr>
            <a:spLocks noGrp="1"/>
          </p:cNvSpPr>
          <p:nvPr>
            <p:ph type="ftr" sz="quarter" idx="11"/>
          </p:nvPr>
        </p:nvSpPr>
        <p:spPr/>
        <p:txBody>
          <a:body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3061810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F33CE01-0713-4505-B172-1E197E96B9A1}" type="datetime1">
              <a:rPr kumimoji="1" lang="ja-JP" altLang="en-US" smtClean="0"/>
              <a:t>2025/11/11</a:t>
            </a:fld>
            <a:endParaRPr kumimoji="1" lang="ja-JP" altLang="en-US"/>
          </a:p>
        </p:txBody>
      </p:sp>
      <p:sp>
        <p:nvSpPr>
          <p:cNvPr id="5" name="フッター プレースホルダー 4"/>
          <p:cNvSpPr>
            <a:spLocks noGrp="1"/>
          </p:cNvSpPr>
          <p:nvPr>
            <p:ph type="ftr" sz="quarter" idx="11"/>
          </p:nvPr>
        </p:nvSpPr>
        <p:spPr/>
        <p:txBody>
          <a:body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12"/>
          </p:nvPr>
        </p:nvSpPr>
        <p:spPr/>
        <p:txBody>
          <a:body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178841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DD6674-D6E9-41FD-88B6-49C7178A6A9D}" type="datetime1">
              <a:rPr kumimoji="1" lang="ja-JP" altLang="en-US" smtClean="0"/>
              <a:t>2025/11/11</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zh-TW" altLang="en-US"/>
              <a:t>人財開発課 大橋 陸</a:t>
            </a:r>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FCED41-0C90-47B4-83A2-1816DAEB1781}" type="slidenum">
              <a:rPr kumimoji="1" lang="ja-JP" altLang="en-US" smtClean="0"/>
              <a:t>‹#›</a:t>
            </a:fld>
            <a:endParaRPr kumimoji="1" lang="ja-JP" altLang="en-US"/>
          </a:p>
        </p:txBody>
      </p:sp>
    </p:spTree>
    <p:extLst>
      <p:ext uri="{BB962C8B-B14F-4D97-AF65-F5344CB8AC3E}">
        <p14:creationId xmlns:p14="http://schemas.microsoft.com/office/powerpoint/2010/main" val="288254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alpha val="75000"/>
          </a:srgbClr>
        </a:solidFill>
        <a:effectLst/>
      </p:bgPr>
    </p:bg>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5638043" y="1212649"/>
            <a:ext cx="6200514" cy="4311202"/>
          </a:xfrm>
        </p:spPr>
        <p:txBody>
          <a:bodyPr>
            <a:normAutofit/>
          </a:bodyPr>
          <a:lstStyle/>
          <a:p>
            <a:pPr marL="0" indent="0">
              <a:lnSpc>
                <a:spcPct val="150000"/>
              </a:lnSpc>
              <a:buNone/>
            </a:pPr>
            <a:endParaRPr lang="en-US" altLang="ja-JP" sz="3300" dirty="0">
              <a:latin typeface="メイリオ" panose="020B0604030504040204" pitchFamily="50" charset="-128"/>
              <a:ea typeface="メイリオ" panose="020B0604030504040204" pitchFamily="50" charset="-128"/>
            </a:endParaRPr>
          </a:p>
          <a:p>
            <a:pPr marL="0" indent="0">
              <a:lnSpc>
                <a:spcPct val="150000"/>
              </a:lnSpc>
              <a:buNone/>
            </a:pPr>
            <a:endParaRPr lang="en-US" altLang="ja-JP" sz="3300" dirty="0">
              <a:latin typeface="メイリオ" panose="020B0604030504040204" pitchFamily="50" charset="-128"/>
              <a:ea typeface="メイリオ" panose="020B0604030504040204" pitchFamily="50" charset="-128"/>
            </a:endParaRPr>
          </a:p>
          <a:p>
            <a:pPr marL="0" indent="0">
              <a:buNone/>
            </a:pPr>
            <a:endParaRPr kumimoji="1" lang="en-US" altLang="ja-JP" sz="4000" dirty="0">
              <a:latin typeface="メイリオ" panose="020B0604030504040204" pitchFamily="50" charset="-128"/>
              <a:ea typeface="メイリオ" panose="020B0604030504040204" pitchFamily="50" charset="-128"/>
            </a:endParaRPr>
          </a:p>
        </p:txBody>
      </p:sp>
      <p:sp>
        <p:nvSpPr>
          <p:cNvPr id="4" name="正方形/長方形 3"/>
          <p:cNvSpPr/>
          <p:nvPr/>
        </p:nvSpPr>
        <p:spPr>
          <a:xfrm>
            <a:off x="32132"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F0"/>
              </a:solidFill>
            </a:endParaRPr>
          </a:p>
        </p:txBody>
      </p:sp>
      <p:sp>
        <p:nvSpPr>
          <p:cNvPr id="2" name="テキスト ボックス 1"/>
          <p:cNvSpPr txBox="1"/>
          <p:nvPr/>
        </p:nvSpPr>
        <p:spPr>
          <a:xfrm>
            <a:off x="252674" y="2124965"/>
            <a:ext cx="6972325" cy="1107996"/>
          </a:xfrm>
          <a:prstGeom prst="rect">
            <a:avLst/>
          </a:prstGeom>
          <a:noFill/>
        </p:spPr>
        <p:txBody>
          <a:bodyPr wrap="square" rtlCol="0">
            <a:spAutoFit/>
          </a:bodyPr>
          <a:lstStyle/>
          <a:p>
            <a:r>
              <a:rPr kumimoji="1" lang="ja-JP" altLang="en-US" sz="6600" b="1" dirty="0">
                <a:solidFill>
                  <a:schemeClr val="bg1"/>
                </a:solidFill>
                <a:latin typeface="メイリオ" panose="020B0604030504040204" pitchFamily="50" charset="-128"/>
                <a:ea typeface="メイリオ" panose="020B0604030504040204" pitchFamily="50" charset="-128"/>
              </a:rPr>
              <a:t>自己紹介</a:t>
            </a:r>
            <a:r>
              <a:rPr lang="ja-JP" altLang="en-US" sz="6600" b="1" dirty="0">
                <a:solidFill>
                  <a:schemeClr val="bg1"/>
                </a:solidFill>
                <a:latin typeface="メイリオ" panose="020B0604030504040204" pitchFamily="50" charset="-128"/>
                <a:ea typeface="メイリオ" panose="020B0604030504040204" pitchFamily="50" charset="-128"/>
              </a:rPr>
              <a:t>・ルーツ</a:t>
            </a:r>
            <a:endParaRPr kumimoji="1" lang="en-US" altLang="ja-JP" sz="6600" b="1" dirty="0">
              <a:solidFill>
                <a:schemeClr val="bg1"/>
              </a:solidFill>
              <a:latin typeface="メイリオ" panose="020B0604030504040204" pitchFamily="50" charset="-128"/>
              <a:ea typeface="メイリオ" panose="020B0604030504040204" pitchFamily="50" charset="-128"/>
            </a:endParaRPr>
          </a:p>
        </p:txBody>
      </p:sp>
      <p:sp>
        <p:nvSpPr>
          <p:cNvPr id="5" name="テキスト ボックス 4"/>
          <p:cNvSpPr txBox="1"/>
          <p:nvPr/>
        </p:nvSpPr>
        <p:spPr>
          <a:xfrm>
            <a:off x="3738837" y="4859880"/>
            <a:ext cx="3798412" cy="1446550"/>
          </a:xfrm>
          <a:prstGeom prst="rect">
            <a:avLst/>
          </a:prstGeom>
          <a:noFill/>
        </p:spPr>
        <p:txBody>
          <a:bodyPr wrap="square" rtlCol="0">
            <a:spAutoFit/>
          </a:bodyPr>
          <a:lstStyle/>
          <a:p>
            <a:pPr algn="r"/>
            <a:r>
              <a:rPr kumimoji="1" lang="en-US" altLang="ja-JP" sz="4400" dirty="0">
                <a:solidFill>
                  <a:schemeClr val="bg1"/>
                </a:solidFill>
                <a:latin typeface="メイリオ" panose="020B0604030504040204" pitchFamily="50" charset="-128"/>
                <a:ea typeface="メイリオ" panose="020B0604030504040204" pitchFamily="50" charset="-128"/>
              </a:rPr>
              <a:t>2025/11/11</a:t>
            </a:r>
          </a:p>
          <a:p>
            <a:pPr algn="r"/>
            <a:r>
              <a:rPr kumimoji="1" lang="ja-JP" altLang="en-US" sz="4400" dirty="0">
                <a:solidFill>
                  <a:schemeClr val="bg1"/>
                </a:solidFill>
                <a:latin typeface="メイリオ" panose="020B0604030504040204" pitchFamily="50" charset="-128"/>
                <a:ea typeface="メイリオ" panose="020B0604030504040204" pitchFamily="50" charset="-128"/>
              </a:rPr>
              <a:t>大橋 陸</a:t>
            </a:r>
          </a:p>
        </p:txBody>
      </p:sp>
      <p:sp>
        <p:nvSpPr>
          <p:cNvPr id="10" name="スライド番号プレースホルダー 9"/>
          <p:cNvSpPr>
            <a:spLocks noGrp="1"/>
          </p:cNvSpPr>
          <p:nvPr>
            <p:ph type="sldNum" sz="quarter" idx="12"/>
          </p:nvPr>
        </p:nvSpPr>
        <p:spPr/>
        <p:txBody>
          <a:bodyPr/>
          <a:lstStyle/>
          <a:p>
            <a:fld id="{D6FCED41-0C90-47B4-83A2-1816DAEB1781}" type="slidenum">
              <a:rPr kumimoji="1" lang="ja-JP" altLang="en-US" smtClean="0"/>
              <a:t>1</a:t>
            </a:fld>
            <a:endParaRPr kumimoji="1" lang="ja-JP" altLang="en-US"/>
          </a:p>
        </p:txBody>
      </p:sp>
      <p:pic>
        <p:nvPicPr>
          <p:cNvPr id="12" name="図 11"/>
          <p:cNvPicPr>
            <a:picLocks noChangeAspect="1"/>
          </p:cNvPicPr>
          <p:nvPr/>
        </p:nvPicPr>
        <p:blipFill rotWithShape="1">
          <a:blip r:embed="rId3">
            <a:extLst>
              <a:ext uri="{28A0092B-C50C-407E-A947-70E740481C1C}">
                <a14:useLocalDpi xmlns:a14="http://schemas.microsoft.com/office/drawing/2010/main" val="0"/>
              </a:ext>
            </a:extLst>
          </a:blip>
          <a:srcRect l="9810" r="10503" b="59401"/>
          <a:stretch/>
        </p:blipFill>
        <p:spPr>
          <a:xfrm>
            <a:off x="7647079" y="1632369"/>
            <a:ext cx="4247023" cy="3761254"/>
          </a:xfrm>
          <a:prstGeom prst="ellipse">
            <a:avLst/>
          </a:prstGeom>
          <a:ln>
            <a:noFill/>
          </a:ln>
          <a:effectLst>
            <a:softEdge rad="112500"/>
          </a:effectLst>
        </p:spPr>
      </p:pic>
    </p:spTree>
    <p:extLst>
      <p:ext uri="{BB962C8B-B14F-4D97-AF65-F5344CB8AC3E}">
        <p14:creationId xmlns:p14="http://schemas.microsoft.com/office/powerpoint/2010/main" val="2590227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C1E86-99C4-2742-40CF-9BD0A0EF13EA}"/>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41C5E08A-3AB0-F4BF-1D1C-9DAAAD6C740F}"/>
              </a:ext>
            </a:extLst>
          </p:cNvPr>
          <p:cNvSpPr/>
          <p:nvPr/>
        </p:nvSpPr>
        <p:spPr>
          <a:xfrm>
            <a:off x="0" y="0"/>
            <a:ext cx="12192000" cy="834390"/>
          </a:xfrm>
          <a:prstGeom prst="rect">
            <a:avLst/>
          </a:prstGeom>
          <a:solidFill>
            <a:srgbClr val="0D3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1AEF708A-481F-0966-2280-1815E7EA8AA8}"/>
              </a:ext>
            </a:extLst>
          </p:cNvPr>
          <p:cNvSpPr txBox="1"/>
          <p:nvPr/>
        </p:nvSpPr>
        <p:spPr>
          <a:xfrm>
            <a:off x="308343" y="158837"/>
            <a:ext cx="5872537" cy="646331"/>
          </a:xfrm>
          <a:prstGeom prst="rect">
            <a:avLst/>
          </a:prstGeom>
          <a:noFill/>
        </p:spPr>
        <p:txBody>
          <a:bodyPr wrap="square" rtlCol="0">
            <a:spAutoFit/>
          </a:bodyPr>
          <a:lstStyle/>
          <a:p>
            <a:r>
              <a:rPr lang="ja-JP" altLang="en-US" sz="3600" b="1" dirty="0">
                <a:solidFill>
                  <a:schemeClr val="bg1"/>
                </a:solidFill>
                <a:latin typeface="メイリオ" panose="020B0604030504040204" pitchFamily="50" charset="-128"/>
                <a:ea typeface="メイリオ" panose="020B0604030504040204" pitchFamily="50" charset="-128"/>
              </a:rPr>
              <a:t>自己紹介 </a:t>
            </a:r>
            <a:r>
              <a:rPr lang="ja-JP" altLang="en-US" sz="2400" b="1" dirty="0">
                <a:solidFill>
                  <a:schemeClr val="bg1"/>
                </a:solidFill>
                <a:latin typeface="メイリオ" panose="020B0604030504040204" pitchFamily="50" charset="-128"/>
                <a:ea typeface="メイリオ" panose="020B0604030504040204" pitchFamily="50" charset="-128"/>
              </a:rPr>
              <a:t>基本</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4" name="コンテンツ プレースホルダー 3">
            <a:extLst>
              <a:ext uri="{FF2B5EF4-FFF2-40B4-BE49-F238E27FC236}">
                <a16:creationId xmlns:a16="http://schemas.microsoft.com/office/drawing/2014/main" id="{2F901C6B-33F4-A038-E453-18DF1C8E46E4}"/>
              </a:ext>
            </a:extLst>
          </p:cNvPr>
          <p:cNvSpPr>
            <a:spLocks noGrp="1"/>
          </p:cNvSpPr>
          <p:nvPr>
            <p:ph idx="1"/>
          </p:nvPr>
        </p:nvSpPr>
        <p:spPr>
          <a:xfrm>
            <a:off x="838199" y="1722755"/>
            <a:ext cx="10984095" cy="4351338"/>
          </a:xfrm>
        </p:spPr>
        <p:txBody>
          <a:bodyPr>
            <a:normAutofit/>
          </a:bodyPr>
          <a:lstStyle/>
          <a:p>
            <a:pPr marL="0" indent="0">
              <a:lnSpc>
                <a:spcPct val="150000"/>
              </a:lnSpc>
              <a:buNone/>
            </a:pPr>
            <a:r>
              <a:rPr lang="ja-JP" altLang="en-US" sz="3600" dirty="0">
                <a:solidFill>
                  <a:srgbClr val="00B0F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名前：大橋 陸（おおはし りく）</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00B0F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出身：京都市右京区</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00B0F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年齢：</a:t>
            </a:r>
            <a:r>
              <a:rPr lang="en-US" altLang="ja-JP" sz="3600" dirty="0">
                <a:latin typeface="メイリオ" panose="020B0604030504040204" pitchFamily="50" charset="-128"/>
                <a:ea typeface="メイリオ" panose="020B0604030504040204" pitchFamily="50" charset="-128"/>
              </a:rPr>
              <a:t>23</a:t>
            </a:r>
            <a:r>
              <a:rPr lang="ja-JP" altLang="en-US" sz="3600" dirty="0">
                <a:latin typeface="メイリオ" panose="020B0604030504040204" pitchFamily="50" charset="-128"/>
                <a:ea typeface="メイリオ" panose="020B0604030504040204" pitchFamily="50" charset="-128"/>
              </a:rPr>
              <a:t>歳</a:t>
            </a:r>
            <a:endParaRPr lang="en-US" altLang="ja-JP" sz="3600" dirty="0">
              <a:latin typeface="メイリオ" panose="020B0604030504040204" pitchFamily="50" charset="-128"/>
              <a:ea typeface="メイリオ" panose="020B0604030504040204" pitchFamily="50" charset="-128"/>
            </a:endParaRPr>
          </a:p>
        </p:txBody>
      </p:sp>
      <p:sp>
        <p:nvSpPr>
          <p:cNvPr id="6" name="スライド番号プレースホルダー 5">
            <a:extLst>
              <a:ext uri="{FF2B5EF4-FFF2-40B4-BE49-F238E27FC236}">
                <a16:creationId xmlns:a16="http://schemas.microsoft.com/office/drawing/2014/main" id="{C1510C9D-B04A-9641-3C93-584E01D53135}"/>
              </a:ext>
            </a:extLst>
          </p:cNvPr>
          <p:cNvSpPr>
            <a:spLocks noGrp="1"/>
          </p:cNvSpPr>
          <p:nvPr>
            <p:ph type="sldNum" sz="quarter" idx="12"/>
          </p:nvPr>
        </p:nvSpPr>
        <p:spPr/>
        <p:txBody>
          <a:bodyPr/>
          <a:lstStyle/>
          <a:p>
            <a:fld id="{AFE945F5-A9CE-4CB8-A87C-9D9EF6F2D11D}" type="slidenum">
              <a:rPr kumimoji="1" lang="ja-JP" altLang="en-US" smtClean="0"/>
              <a:t>2</a:t>
            </a:fld>
            <a:endParaRPr kumimoji="1" lang="ja-JP" altLang="en-US"/>
          </a:p>
        </p:txBody>
      </p:sp>
      <p:pic>
        <p:nvPicPr>
          <p:cNvPr id="16" name="図 15">
            <a:extLst>
              <a:ext uri="{FF2B5EF4-FFF2-40B4-BE49-F238E27FC236}">
                <a16:creationId xmlns:a16="http://schemas.microsoft.com/office/drawing/2014/main" id="{49EE44F9-96DA-9473-511B-9194136598C0}"/>
              </a:ext>
            </a:extLst>
          </p:cNvPr>
          <p:cNvPicPr>
            <a:picLocks noChangeAspect="1"/>
          </p:cNvPicPr>
          <p:nvPr/>
        </p:nvPicPr>
        <p:blipFill>
          <a:blip r:embed="rId3"/>
          <a:stretch>
            <a:fillRect/>
          </a:stretch>
        </p:blipFill>
        <p:spPr>
          <a:xfrm>
            <a:off x="6398113" y="2894274"/>
            <a:ext cx="4424974" cy="3320948"/>
          </a:xfrm>
          <a:prstGeom prst="rect">
            <a:avLst/>
          </a:prstGeom>
        </p:spPr>
      </p:pic>
      <p:sp>
        <p:nvSpPr>
          <p:cNvPr id="17" name="テキスト ボックス 16">
            <a:extLst>
              <a:ext uri="{FF2B5EF4-FFF2-40B4-BE49-F238E27FC236}">
                <a16:creationId xmlns:a16="http://schemas.microsoft.com/office/drawing/2014/main" id="{A0CD6AAA-2B03-EBDF-AF32-D982AD7E23EB}"/>
              </a:ext>
            </a:extLst>
          </p:cNvPr>
          <p:cNvSpPr txBox="1"/>
          <p:nvPr/>
        </p:nvSpPr>
        <p:spPr>
          <a:xfrm>
            <a:off x="433937" y="5038021"/>
            <a:ext cx="5662063" cy="584775"/>
          </a:xfrm>
          <a:prstGeom prst="rect">
            <a:avLst/>
          </a:prstGeom>
          <a:noFill/>
        </p:spPr>
        <p:txBody>
          <a:bodyPr wrap="square" rtlCol="0">
            <a:spAutoFit/>
          </a:bodyPr>
          <a:lstStyle/>
          <a:p>
            <a:r>
              <a:rPr kumimoji="1" lang="ja-JP" altLang="en-US" sz="3200" b="1" dirty="0">
                <a:solidFill>
                  <a:srgbClr val="FF0000"/>
                </a:solidFill>
                <a:latin typeface="メイリオ" panose="020B0604030504040204" pitchFamily="50" charset="-128"/>
                <a:ea typeface="メイリオ" panose="020B0604030504040204" pitchFamily="50" charset="-128"/>
              </a:rPr>
              <a:t>自然豊かで誇れる場所です！</a:t>
            </a:r>
          </a:p>
        </p:txBody>
      </p:sp>
    </p:spTree>
    <p:extLst>
      <p:ext uri="{BB962C8B-B14F-4D97-AF65-F5344CB8AC3E}">
        <p14:creationId xmlns:p14="http://schemas.microsoft.com/office/powerpoint/2010/main" val="1698719450"/>
      </p:ext>
    </p:extLst>
  </p:cSld>
  <p:clrMapOvr>
    <a:masterClrMapping/>
  </p:clrMapOvr>
  <mc:AlternateContent xmlns:mc="http://schemas.openxmlformats.org/markup-compatibility/2006" xmlns:p14="http://schemas.microsoft.com/office/powerpoint/2010/main">
    <mc:Choice Requires="p14">
      <p:transition spd="slow" p14:dur="2000" advTm="775"/>
    </mc:Choice>
    <mc:Fallback xmlns="">
      <p:transition spd="slow" advTm="77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D31D-20EB-6C71-F87E-35057F1D880C}"/>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D8448C-17FF-B68F-AF2D-D26959D89415}"/>
              </a:ext>
            </a:extLst>
          </p:cNvPr>
          <p:cNvSpPr/>
          <p:nvPr/>
        </p:nvSpPr>
        <p:spPr>
          <a:xfrm>
            <a:off x="0" y="0"/>
            <a:ext cx="12192000" cy="834390"/>
          </a:xfrm>
          <a:prstGeom prst="rect">
            <a:avLst/>
          </a:prstGeom>
          <a:solidFill>
            <a:srgbClr val="0D3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36ADFD1B-AF11-321D-9CD7-452A8BD6666C}"/>
              </a:ext>
            </a:extLst>
          </p:cNvPr>
          <p:cNvSpPr txBox="1"/>
          <p:nvPr/>
        </p:nvSpPr>
        <p:spPr>
          <a:xfrm>
            <a:off x="308343" y="158837"/>
            <a:ext cx="5872537" cy="646331"/>
          </a:xfrm>
          <a:prstGeom prst="rect">
            <a:avLst/>
          </a:prstGeom>
          <a:noFill/>
        </p:spPr>
        <p:txBody>
          <a:bodyPr wrap="square" rtlCol="0">
            <a:spAutoFit/>
          </a:bodyPr>
          <a:lstStyle/>
          <a:p>
            <a:r>
              <a:rPr lang="ja-JP" altLang="en-US" sz="3600" b="1" dirty="0">
                <a:solidFill>
                  <a:schemeClr val="bg1"/>
                </a:solidFill>
                <a:latin typeface="メイリオ" panose="020B0604030504040204" pitchFamily="50" charset="-128"/>
                <a:ea typeface="メイリオ" panose="020B0604030504040204" pitchFamily="50" charset="-128"/>
              </a:rPr>
              <a:t>自己紹介 </a:t>
            </a:r>
            <a:r>
              <a:rPr lang="ja-JP" altLang="en-US" sz="2400" b="1" dirty="0">
                <a:solidFill>
                  <a:schemeClr val="bg1"/>
                </a:solidFill>
                <a:latin typeface="メイリオ" panose="020B0604030504040204" pitchFamily="50" charset="-128"/>
                <a:ea typeface="メイリオ" panose="020B0604030504040204" pitchFamily="50" charset="-128"/>
              </a:rPr>
              <a:t>ルーツ</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4" name="コンテンツ プレースホルダー 3">
            <a:extLst>
              <a:ext uri="{FF2B5EF4-FFF2-40B4-BE49-F238E27FC236}">
                <a16:creationId xmlns:a16="http://schemas.microsoft.com/office/drawing/2014/main" id="{8910EB5A-3DB7-5141-1D03-37F5B1D11B70}"/>
              </a:ext>
            </a:extLst>
          </p:cNvPr>
          <p:cNvSpPr>
            <a:spLocks noGrp="1"/>
          </p:cNvSpPr>
          <p:nvPr>
            <p:ph idx="1"/>
          </p:nvPr>
        </p:nvSpPr>
        <p:spPr>
          <a:xfrm>
            <a:off x="838199" y="1722755"/>
            <a:ext cx="10984095" cy="4351338"/>
          </a:xfrm>
        </p:spPr>
        <p:txBody>
          <a:bodyPr>
            <a:normAutofit fontScale="92500" lnSpcReduction="20000"/>
          </a:bodyPr>
          <a:lstStyle/>
          <a:p>
            <a:pPr marL="0" indent="0">
              <a:lnSpc>
                <a:spcPct val="150000"/>
              </a:lnSpc>
              <a:buNone/>
            </a:pPr>
            <a:r>
              <a:rPr lang="ja-JP" altLang="en-US" sz="3600" dirty="0">
                <a:solidFill>
                  <a:srgbClr val="92D05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父：スポーツ万能、頭いい</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92D05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母：</a:t>
            </a:r>
            <a:r>
              <a:rPr lang="en-US" altLang="ja-JP" sz="3600" dirty="0">
                <a:latin typeface="メイリオ" panose="020B0604030504040204" pitchFamily="50" charset="-128"/>
                <a:ea typeface="メイリオ" panose="020B0604030504040204" pitchFamily="50" charset="-128"/>
              </a:rPr>
              <a:t>the</a:t>
            </a:r>
            <a:r>
              <a:rPr lang="ja-JP" altLang="en-US" sz="3600" dirty="0">
                <a:latin typeface="メイリオ" panose="020B0604030504040204" pitchFamily="50" charset="-128"/>
                <a:ea typeface="メイリオ" panose="020B0604030504040204" pitchFamily="50" charset="-128"/>
              </a:rPr>
              <a:t> 関西のおばさん</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92D05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兄：６個上、あこがれの存在</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92D05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自分：真面目、しゃべり</a:t>
            </a:r>
            <a:endParaRPr lang="en-US" altLang="ja-JP" sz="3600" dirty="0">
              <a:latin typeface="メイリオ" panose="020B0604030504040204" pitchFamily="50" charset="-128"/>
              <a:ea typeface="メイリオ" panose="020B0604030504040204" pitchFamily="50" charset="-128"/>
            </a:endParaRPr>
          </a:p>
          <a:p>
            <a:pPr marL="0" indent="0">
              <a:lnSpc>
                <a:spcPct val="200000"/>
              </a:lnSpc>
              <a:buNone/>
            </a:pPr>
            <a:r>
              <a:rPr lang="ja-JP" altLang="en-US" sz="3600" b="1" dirty="0">
                <a:solidFill>
                  <a:srgbClr val="0070C0"/>
                </a:solidFill>
                <a:latin typeface="メイリオ" panose="020B0604030504040204" pitchFamily="50" charset="-128"/>
                <a:ea typeface="メイリオ" panose="020B0604030504040204" pitchFamily="50" charset="-128"/>
              </a:rPr>
              <a:t>基本的にやりたいことはやらせてもらえた</a:t>
            </a:r>
            <a:endParaRPr lang="en-US" altLang="ja-JP" sz="3600" b="1" dirty="0">
              <a:solidFill>
                <a:srgbClr val="0070C0"/>
              </a:solidFill>
              <a:latin typeface="メイリオ" panose="020B0604030504040204" pitchFamily="50" charset="-128"/>
              <a:ea typeface="メイリオ" panose="020B0604030504040204" pitchFamily="50" charset="-128"/>
            </a:endParaRPr>
          </a:p>
          <a:p>
            <a:pPr marL="0" indent="0">
              <a:lnSpc>
                <a:spcPct val="150000"/>
              </a:lnSpc>
              <a:buNone/>
            </a:pPr>
            <a:endParaRPr lang="en-US" altLang="ja-JP" sz="3600" dirty="0">
              <a:latin typeface="メイリオ" panose="020B0604030504040204" pitchFamily="50" charset="-128"/>
              <a:ea typeface="メイリオ" panose="020B0604030504040204" pitchFamily="50" charset="-128"/>
            </a:endParaRPr>
          </a:p>
        </p:txBody>
      </p:sp>
      <p:sp>
        <p:nvSpPr>
          <p:cNvPr id="6" name="スライド番号プレースホルダー 5">
            <a:extLst>
              <a:ext uri="{FF2B5EF4-FFF2-40B4-BE49-F238E27FC236}">
                <a16:creationId xmlns:a16="http://schemas.microsoft.com/office/drawing/2014/main" id="{A4E8E770-3944-4562-DADC-B74C4B367742}"/>
              </a:ext>
            </a:extLst>
          </p:cNvPr>
          <p:cNvSpPr>
            <a:spLocks noGrp="1"/>
          </p:cNvSpPr>
          <p:nvPr>
            <p:ph type="sldNum" sz="quarter" idx="12"/>
          </p:nvPr>
        </p:nvSpPr>
        <p:spPr/>
        <p:txBody>
          <a:bodyPr/>
          <a:lstStyle/>
          <a:p>
            <a:fld id="{AFE945F5-A9CE-4CB8-A87C-9D9EF6F2D11D}" type="slidenum">
              <a:rPr kumimoji="1" lang="ja-JP" altLang="en-US" smtClean="0"/>
              <a:t>3</a:t>
            </a:fld>
            <a:endParaRPr kumimoji="1" lang="ja-JP" altLang="en-US"/>
          </a:p>
        </p:txBody>
      </p:sp>
    </p:spTree>
    <p:extLst>
      <p:ext uri="{BB962C8B-B14F-4D97-AF65-F5344CB8AC3E}">
        <p14:creationId xmlns:p14="http://schemas.microsoft.com/office/powerpoint/2010/main" val="1548991656"/>
      </p:ext>
    </p:extLst>
  </p:cSld>
  <p:clrMapOvr>
    <a:masterClrMapping/>
  </p:clrMapOvr>
  <mc:AlternateContent xmlns:mc="http://schemas.openxmlformats.org/markup-compatibility/2006" xmlns:p14="http://schemas.microsoft.com/office/powerpoint/2010/main">
    <mc:Choice Requires="p14">
      <p:transition spd="slow" p14:dur="2000" advTm="775"/>
    </mc:Choice>
    <mc:Fallback xmlns="">
      <p:transition spd="slow" advTm="77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5194-D2F9-3C2A-4E2C-4492A6E880CB}"/>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9C6306EE-51FF-8418-3585-640AAEA765F0}"/>
              </a:ext>
            </a:extLst>
          </p:cNvPr>
          <p:cNvSpPr/>
          <p:nvPr/>
        </p:nvSpPr>
        <p:spPr>
          <a:xfrm>
            <a:off x="0" y="0"/>
            <a:ext cx="12192000" cy="834390"/>
          </a:xfrm>
          <a:prstGeom prst="rect">
            <a:avLst/>
          </a:prstGeom>
          <a:solidFill>
            <a:srgbClr val="0D3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546D4497-0B84-6C7B-5969-01EB2644DA98}"/>
              </a:ext>
            </a:extLst>
          </p:cNvPr>
          <p:cNvSpPr txBox="1"/>
          <p:nvPr/>
        </p:nvSpPr>
        <p:spPr>
          <a:xfrm>
            <a:off x="308343" y="158837"/>
            <a:ext cx="5872537" cy="646331"/>
          </a:xfrm>
          <a:prstGeom prst="rect">
            <a:avLst/>
          </a:prstGeom>
          <a:noFill/>
        </p:spPr>
        <p:txBody>
          <a:bodyPr wrap="square" rtlCol="0">
            <a:spAutoFit/>
          </a:bodyPr>
          <a:lstStyle/>
          <a:p>
            <a:r>
              <a:rPr lang="ja-JP" altLang="en-US" sz="3600" b="1" dirty="0">
                <a:solidFill>
                  <a:schemeClr val="bg1"/>
                </a:solidFill>
                <a:latin typeface="メイリオ" panose="020B0604030504040204" pitchFamily="50" charset="-128"/>
                <a:ea typeface="メイリオ" panose="020B0604030504040204" pitchFamily="50" charset="-128"/>
              </a:rPr>
              <a:t>自己紹介 </a:t>
            </a:r>
            <a:r>
              <a:rPr lang="ja-JP" altLang="en-US" sz="2400" b="1" dirty="0">
                <a:solidFill>
                  <a:schemeClr val="bg1"/>
                </a:solidFill>
                <a:latin typeface="メイリオ" panose="020B0604030504040204" pitchFamily="50" charset="-128"/>
                <a:ea typeface="メイリオ" panose="020B0604030504040204" pitchFamily="50" charset="-128"/>
              </a:rPr>
              <a:t>学生時代</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4" name="コンテンツ プレースホルダー 3">
            <a:extLst>
              <a:ext uri="{FF2B5EF4-FFF2-40B4-BE49-F238E27FC236}">
                <a16:creationId xmlns:a16="http://schemas.microsoft.com/office/drawing/2014/main" id="{EF5F06BD-3D23-B0E6-36D1-B772FBCC16AB}"/>
              </a:ext>
            </a:extLst>
          </p:cNvPr>
          <p:cNvSpPr>
            <a:spLocks noGrp="1"/>
          </p:cNvSpPr>
          <p:nvPr>
            <p:ph idx="1"/>
          </p:nvPr>
        </p:nvSpPr>
        <p:spPr>
          <a:xfrm>
            <a:off x="838199" y="1722755"/>
            <a:ext cx="10984095" cy="4998720"/>
          </a:xfrm>
        </p:spPr>
        <p:txBody>
          <a:bodyPr>
            <a:normAutofit/>
          </a:bodyPr>
          <a:lstStyle/>
          <a:p>
            <a:pPr marL="0" indent="0">
              <a:lnSpc>
                <a:spcPct val="100000"/>
              </a:lnSpc>
              <a:buNone/>
            </a:pPr>
            <a:r>
              <a:rPr lang="ja-JP" altLang="en-US" sz="3600" dirty="0">
                <a:solidFill>
                  <a:srgbClr val="FFC00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小中学校</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3600" dirty="0">
                <a:latin typeface="メイリオ" panose="020B0604030504040204" pitchFamily="50" charset="-128"/>
                <a:ea typeface="メイリオ" panose="020B0604030504040204" pitchFamily="50" charset="-128"/>
              </a:rPr>
              <a:t>▸勉強もスポーツもある程度できる</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FFC00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高校</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3600" dirty="0">
                <a:latin typeface="メイリオ" panose="020B0604030504040204" pitchFamily="50" charset="-128"/>
                <a:ea typeface="メイリオ" panose="020B0604030504040204" pitchFamily="50" charset="-128"/>
              </a:rPr>
              <a:t>▸周りとの学力差に圧倒される</a:t>
            </a:r>
            <a:endParaRPr lang="en-US" altLang="ja-JP" sz="3600" b="1"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FFC00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大学</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3600" dirty="0">
                <a:latin typeface="メイリオ" panose="020B0604030504040204" pitchFamily="50" charset="-128"/>
                <a:ea typeface="メイリオ" panose="020B0604030504040204" pitchFamily="50" charset="-128"/>
              </a:rPr>
              <a:t>▸とくにやりたいこともなくなんとなく大学へ</a:t>
            </a:r>
            <a:endParaRPr lang="en-US" altLang="ja-JP" sz="3600" dirty="0">
              <a:latin typeface="メイリオ" panose="020B0604030504040204" pitchFamily="50" charset="-128"/>
              <a:ea typeface="メイリオ" panose="020B0604030504040204" pitchFamily="50" charset="-128"/>
            </a:endParaRPr>
          </a:p>
        </p:txBody>
      </p:sp>
      <p:sp>
        <p:nvSpPr>
          <p:cNvPr id="6" name="スライド番号プレースホルダー 5">
            <a:extLst>
              <a:ext uri="{FF2B5EF4-FFF2-40B4-BE49-F238E27FC236}">
                <a16:creationId xmlns:a16="http://schemas.microsoft.com/office/drawing/2014/main" id="{6F6A5598-81B0-CA29-749D-2820754FFD13}"/>
              </a:ext>
            </a:extLst>
          </p:cNvPr>
          <p:cNvSpPr>
            <a:spLocks noGrp="1"/>
          </p:cNvSpPr>
          <p:nvPr>
            <p:ph type="sldNum" sz="quarter" idx="12"/>
          </p:nvPr>
        </p:nvSpPr>
        <p:spPr/>
        <p:txBody>
          <a:bodyPr/>
          <a:lstStyle/>
          <a:p>
            <a:fld id="{AFE945F5-A9CE-4CB8-A87C-9D9EF6F2D11D}" type="slidenum">
              <a:rPr kumimoji="1" lang="ja-JP" altLang="en-US" smtClean="0"/>
              <a:t>4</a:t>
            </a:fld>
            <a:endParaRPr kumimoji="1" lang="ja-JP" altLang="en-US"/>
          </a:p>
        </p:txBody>
      </p:sp>
    </p:spTree>
    <p:extLst>
      <p:ext uri="{BB962C8B-B14F-4D97-AF65-F5344CB8AC3E}">
        <p14:creationId xmlns:p14="http://schemas.microsoft.com/office/powerpoint/2010/main" val="3870428060"/>
      </p:ext>
    </p:extLst>
  </p:cSld>
  <p:clrMapOvr>
    <a:masterClrMapping/>
  </p:clrMapOvr>
  <mc:AlternateContent xmlns:mc="http://schemas.openxmlformats.org/markup-compatibility/2006" xmlns:p14="http://schemas.microsoft.com/office/powerpoint/2010/main">
    <mc:Choice Requires="p14">
      <p:transition spd="slow" p14:dur="2000" advTm="775"/>
    </mc:Choice>
    <mc:Fallback xmlns="">
      <p:transition spd="slow" advTm="77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DD333-F3F4-FFCB-174A-05FC7BDA68D1}"/>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9FEFBA49-DCA5-1DF2-EC92-B16058FB1DC7}"/>
              </a:ext>
            </a:extLst>
          </p:cNvPr>
          <p:cNvSpPr/>
          <p:nvPr/>
        </p:nvSpPr>
        <p:spPr>
          <a:xfrm>
            <a:off x="0" y="0"/>
            <a:ext cx="12192000" cy="834390"/>
          </a:xfrm>
          <a:prstGeom prst="rect">
            <a:avLst/>
          </a:prstGeom>
          <a:solidFill>
            <a:srgbClr val="0D3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73307C4A-BE57-7AF4-56C0-FC13A394B25C}"/>
              </a:ext>
            </a:extLst>
          </p:cNvPr>
          <p:cNvSpPr txBox="1"/>
          <p:nvPr/>
        </p:nvSpPr>
        <p:spPr>
          <a:xfrm>
            <a:off x="308343" y="158837"/>
            <a:ext cx="5872537" cy="646331"/>
          </a:xfrm>
          <a:prstGeom prst="rect">
            <a:avLst/>
          </a:prstGeom>
          <a:noFill/>
        </p:spPr>
        <p:txBody>
          <a:bodyPr wrap="square" rtlCol="0">
            <a:spAutoFit/>
          </a:bodyPr>
          <a:lstStyle/>
          <a:p>
            <a:r>
              <a:rPr lang="ja-JP" altLang="en-US" sz="3600" b="1" dirty="0">
                <a:solidFill>
                  <a:schemeClr val="bg1"/>
                </a:solidFill>
                <a:latin typeface="メイリオ" panose="020B0604030504040204" pitchFamily="50" charset="-128"/>
                <a:ea typeface="メイリオ" panose="020B0604030504040204" pitchFamily="50" charset="-128"/>
              </a:rPr>
              <a:t>自己紹介 </a:t>
            </a:r>
            <a:r>
              <a:rPr lang="ja-JP" altLang="en-US" sz="2400" b="1" dirty="0">
                <a:solidFill>
                  <a:schemeClr val="bg1"/>
                </a:solidFill>
                <a:latin typeface="メイリオ" panose="020B0604030504040204" pitchFamily="50" charset="-128"/>
                <a:ea typeface="メイリオ" panose="020B0604030504040204" pitchFamily="50" charset="-128"/>
              </a:rPr>
              <a:t>大学時代</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4" name="コンテンツ プレースホルダー 3">
            <a:extLst>
              <a:ext uri="{FF2B5EF4-FFF2-40B4-BE49-F238E27FC236}">
                <a16:creationId xmlns:a16="http://schemas.microsoft.com/office/drawing/2014/main" id="{1A374897-57C5-7124-D0C4-B0E9B39DFA1F}"/>
              </a:ext>
            </a:extLst>
          </p:cNvPr>
          <p:cNvSpPr>
            <a:spLocks noGrp="1"/>
          </p:cNvSpPr>
          <p:nvPr>
            <p:ph idx="1"/>
          </p:nvPr>
        </p:nvSpPr>
        <p:spPr>
          <a:xfrm>
            <a:off x="838199" y="1722755"/>
            <a:ext cx="10984095" cy="4976408"/>
          </a:xfrm>
        </p:spPr>
        <p:txBody>
          <a:bodyPr>
            <a:normAutofit/>
          </a:bodyPr>
          <a:lstStyle/>
          <a:p>
            <a:pPr marL="0" indent="0">
              <a:lnSpc>
                <a:spcPct val="100000"/>
              </a:lnSpc>
              <a:buNone/>
            </a:pPr>
            <a:r>
              <a:rPr lang="ja-JP" altLang="en-US" sz="3600" dirty="0">
                <a:solidFill>
                  <a:srgbClr val="7030A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データサイエンス専攻</a:t>
            </a:r>
          </a:p>
          <a:p>
            <a:pPr marL="0" indent="0">
              <a:lnSpc>
                <a:spcPct val="150000"/>
              </a:lnSpc>
              <a:buNone/>
            </a:pPr>
            <a:r>
              <a:rPr lang="ja-JP" altLang="en-US" sz="3600" dirty="0">
                <a:latin typeface="メイリオ" panose="020B0604030504040204" pitchFamily="50" charset="-128"/>
                <a:ea typeface="メイリオ" panose="020B0604030504040204" pitchFamily="50" charset="-128"/>
              </a:rPr>
              <a:t>▸世の中の文化を分析する</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en-US" altLang="ja-JP" sz="3600" dirty="0">
                <a:latin typeface="メイリオ" panose="020B0604030504040204" pitchFamily="50" charset="-128"/>
                <a:ea typeface="メイリオ" panose="020B0604030504040204" pitchFamily="50" charset="-128"/>
              </a:rPr>
              <a:t>ex)</a:t>
            </a:r>
            <a:r>
              <a:rPr lang="ja-JP" altLang="en-US" sz="3600" dirty="0">
                <a:latin typeface="メイリオ" panose="020B0604030504040204" pitchFamily="50" charset="-128"/>
                <a:ea typeface="メイリオ" panose="020B0604030504040204" pitchFamily="50" charset="-128"/>
              </a:rPr>
              <a:t>映画のショット分析、適正打順分析</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7030A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ユニクロでのアルバイト</a:t>
            </a:r>
          </a:p>
          <a:p>
            <a:pPr marL="0" indent="0">
              <a:lnSpc>
                <a:spcPct val="150000"/>
              </a:lnSpc>
              <a:buNone/>
            </a:pPr>
            <a:r>
              <a:rPr lang="ja-JP" altLang="en-US" sz="3600" dirty="0">
                <a:latin typeface="メイリオ" panose="020B0604030504040204" pitchFamily="50" charset="-128"/>
                <a:ea typeface="メイリオ" panose="020B0604030504040204" pitchFamily="50" charset="-128"/>
              </a:rPr>
              <a:t>▸挨拶など社会人としての所作</a:t>
            </a:r>
            <a:endParaRPr lang="en-US" altLang="ja-JP" sz="3600" dirty="0">
              <a:latin typeface="メイリオ" panose="020B0604030504040204" pitchFamily="50" charset="-128"/>
              <a:ea typeface="メイリオ" panose="020B0604030504040204" pitchFamily="50" charset="-128"/>
            </a:endParaRPr>
          </a:p>
          <a:p>
            <a:pPr marL="0" indent="0">
              <a:lnSpc>
                <a:spcPct val="110000"/>
              </a:lnSpc>
              <a:buNone/>
            </a:pPr>
            <a:r>
              <a:rPr lang="ja-JP" altLang="en-US" sz="3600" dirty="0">
                <a:latin typeface="メイリオ" panose="020B0604030504040204" pitchFamily="50" charset="-128"/>
                <a:ea typeface="メイリオ" panose="020B0604030504040204" pitchFamily="50" charset="-128"/>
              </a:rPr>
              <a:t>▸今でも大切な仲間</a:t>
            </a:r>
            <a:endParaRPr lang="en-US" altLang="ja-JP" sz="3600" dirty="0">
              <a:latin typeface="メイリオ" panose="020B0604030504040204" pitchFamily="50" charset="-128"/>
              <a:ea typeface="メイリオ" panose="020B0604030504040204" pitchFamily="50" charset="-128"/>
            </a:endParaRPr>
          </a:p>
        </p:txBody>
      </p:sp>
      <p:sp>
        <p:nvSpPr>
          <p:cNvPr id="6" name="スライド番号プレースホルダー 5">
            <a:extLst>
              <a:ext uri="{FF2B5EF4-FFF2-40B4-BE49-F238E27FC236}">
                <a16:creationId xmlns:a16="http://schemas.microsoft.com/office/drawing/2014/main" id="{59ADC8A5-806B-4005-8B53-F31A8149CF27}"/>
              </a:ext>
            </a:extLst>
          </p:cNvPr>
          <p:cNvSpPr>
            <a:spLocks noGrp="1"/>
          </p:cNvSpPr>
          <p:nvPr>
            <p:ph type="sldNum" sz="quarter" idx="12"/>
          </p:nvPr>
        </p:nvSpPr>
        <p:spPr/>
        <p:txBody>
          <a:bodyPr/>
          <a:lstStyle/>
          <a:p>
            <a:fld id="{AFE945F5-A9CE-4CB8-A87C-9D9EF6F2D11D}" type="slidenum">
              <a:rPr kumimoji="1" lang="ja-JP" altLang="en-US" smtClean="0"/>
              <a:t>5</a:t>
            </a:fld>
            <a:endParaRPr kumimoji="1" lang="ja-JP" altLang="en-US"/>
          </a:p>
        </p:txBody>
      </p:sp>
      <p:sp>
        <p:nvSpPr>
          <p:cNvPr id="7" name="吹き出し: 円形 6">
            <a:extLst>
              <a:ext uri="{FF2B5EF4-FFF2-40B4-BE49-F238E27FC236}">
                <a16:creationId xmlns:a16="http://schemas.microsoft.com/office/drawing/2014/main" id="{9EB79B1D-489C-49B8-9334-E7EEEFACDD8A}"/>
              </a:ext>
            </a:extLst>
          </p:cNvPr>
          <p:cNvSpPr/>
          <p:nvPr/>
        </p:nvSpPr>
        <p:spPr>
          <a:xfrm>
            <a:off x="7493182" y="1228725"/>
            <a:ext cx="4329112" cy="1314450"/>
          </a:xfrm>
          <a:prstGeom prst="wedgeEllipseCallout">
            <a:avLst>
              <a:gd name="adj1" fmla="val -31286"/>
              <a:gd name="adj2" fmla="val 61615"/>
            </a:avLst>
          </a:prstGeom>
          <a:solidFill>
            <a:srgbClr val="CC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メイリオ" panose="020B0604030504040204" pitchFamily="50" charset="-128"/>
                <a:ea typeface="メイリオ" panose="020B0604030504040204" pitchFamily="50" charset="-128"/>
              </a:rPr>
              <a:t>R</a:t>
            </a:r>
            <a:r>
              <a:rPr kumimoji="1" lang="ja-JP" altLang="en-US" sz="2800" dirty="0">
                <a:latin typeface="メイリオ" panose="020B0604030504040204" pitchFamily="50" charset="-128"/>
                <a:ea typeface="メイリオ" panose="020B0604030504040204" pitchFamily="50" charset="-128"/>
              </a:rPr>
              <a:t>や</a:t>
            </a:r>
            <a:r>
              <a:rPr kumimoji="1" lang="en-US" altLang="ja-JP" sz="2800" dirty="0">
                <a:latin typeface="メイリオ" panose="020B0604030504040204" pitchFamily="50" charset="-128"/>
                <a:ea typeface="メイリオ" panose="020B0604030504040204" pitchFamily="50" charset="-128"/>
              </a:rPr>
              <a:t>Python</a:t>
            </a:r>
            <a:r>
              <a:rPr kumimoji="1" lang="ja-JP" altLang="en-US" sz="2800" dirty="0">
                <a:latin typeface="メイリオ" panose="020B0604030504040204" pitchFamily="50" charset="-128"/>
                <a:ea typeface="メイリオ" panose="020B0604030504040204" pitchFamily="50" charset="-128"/>
              </a:rPr>
              <a:t>で実装</a:t>
            </a:r>
          </a:p>
        </p:txBody>
      </p:sp>
      <p:pic>
        <p:nvPicPr>
          <p:cNvPr id="8" name="図 7">
            <a:extLst>
              <a:ext uri="{FF2B5EF4-FFF2-40B4-BE49-F238E27FC236}">
                <a16:creationId xmlns:a16="http://schemas.microsoft.com/office/drawing/2014/main" id="{AF2EA75C-B4EC-50EF-6589-90BDADD4BB43}"/>
              </a:ext>
            </a:extLst>
          </p:cNvPr>
          <p:cNvPicPr>
            <a:picLocks noChangeAspect="1"/>
          </p:cNvPicPr>
          <p:nvPr/>
        </p:nvPicPr>
        <p:blipFill>
          <a:blip r:embed="rId3"/>
          <a:stretch>
            <a:fillRect/>
          </a:stretch>
        </p:blipFill>
        <p:spPr>
          <a:xfrm>
            <a:off x="8610600" y="4314826"/>
            <a:ext cx="1960600" cy="1812695"/>
          </a:xfrm>
          <a:prstGeom prst="rect">
            <a:avLst/>
          </a:prstGeom>
        </p:spPr>
      </p:pic>
    </p:spTree>
    <p:extLst>
      <p:ext uri="{BB962C8B-B14F-4D97-AF65-F5344CB8AC3E}">
        <p14:creationId xmlns:p14="http://schemas.microsoft.com/office/powerpoint/2010/main" val="2741691360"/>
      </p:ext>
    </p:extLst>
  </p:cSld>
  <p:clrMapOvr>
    <a:masterClrMapping/>
  </p:clrMapOvr>
  <mc:AlternateContent xmlns:mc="http://schemas.openxmlformats.org/markup-compatibility/2006" xmlns:p14="http://schemas.microsoft.com/office/powerpoint/2010/main">
    <mc:Choice Requires="p14">
      <p:transition spd="slow" p14:dur="2000" advTm="775"/>
    </mc:Choice>
    <mc:Fallback xmlns="">
      <p:transition spd="slow" advTm="77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86D9C-69A4-24D3-A639-667415CF2B82}"/>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335EF6E3-B712-931B-F88C-E63D8AD16776}"/>
              </a:ext>
            </a:extLst>
          </p:cNvPr>
          <p:cNvSpPr/>
          <p:nvPr/>
        </p:nvSpPr>
        <p:spPr>
          <a:xfrm>
            <a:off x="0" y="0"/>
            <a:ext cx="12192000" cy="834390"/>
          </a:xfrm>
          <a:prstGeom prst="rect">
            <a:avLst/>
          </a:prstGeom>
          <a:solidFill>
            <a:srgbClr val="0D30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90028338-2906-B114-911E-ACB6D974072F}"/>
              </a:ext>
            </a:extLst>
          </p:cNvPr>
          <p:cNvSpPr txBox="1"/>
          <p:nvPr/>
        </p:nvSpPr>
        <p:spPr>
          <a:xfrm>
            <a:off x="308343" y="158837"/>
            <a:ext cx="5872537" cy="646331"/>
          </a:xfrm>
          <a:prstGeom prst="rect">
            <a:avLst/>
          </a:prstGeom>
          <a:noFill/>
        </p:spPr>
        <p:txBody>
          <a:bodyPr wrap="square" rtlCol="0">
            <a:spAutoFit/>
          </a:bodyPr>
          <a:lstStyle/>
          <a:p>
            <a:r>
              <a:rPr lang="ja-JP" altLang="en-US" sz="3600" b="1" dirty="0">
                <a:solidFill>
                  <a:schemeClr val="bg1"/>
                </a:solidFill>
                <a:latin typeface="メイリオ" panose="020B0604030504040204" pitchFamily="50" charset="-128"/>
                <a:ea typeface="メイリオ" panose="020B0604030504040204" pitchFamily="50" charset="-128"/>
              </a:rPr>
              <a:t>自己紹介 </a:t>
            </a:r>
            <a:r>
              <a:rPr lang="ja-JP" altLang="en-US" sz="2400" b="1" dirty="0">
                <a:solidFill>
                  <a:schemeClr val="bg1"/>
                </a:solidFill>
                <a:latin typeface="メイリオ" panose="020B0604030504040204" pitchFamily="50" charset="-128"/>
                <a:ea typeface="メイリオ" panose="020B0604030504040204" pitchFamily="50" charset="-128"/>
              </a:rPr>
              <a:t>趣味</a:t>
            </a:r>
            <a:endParaRPr lang="en-US" altLang="ja-JP" sz="2000" b="1" dirty="0">
              <a:solidFill>
                <a:schemeClr val="bg1"/>
              </a:solidFill>
              <a:latin typeface="メイリオ" panose="020B0604030504040204" pitchFamily="50" charset="-128"/>
              <a:ea typeface="メイリオ" panose="020B0604030504040204" pitchFamily="50" charset="-128"/>
            </a:endParaRPr>
          </a:p>
        </p:txBody>
      </p:sp>
      <p:sp>
        <p:nvSpPr>
          <p:cNvPr id="4" name="コンテンツ プレースホルダー 3">
            <a:extLst>
              <a:ext uri="{FF2B5EF4-FFF2-40B4-BE49-F238E27FC236}">
                <a16:creationId xmlns:a16="http://schemas.microsoft.com/office/drawing/2014/main" id="{9A51BE70-1B1D-7FC1-DF72-58C1E9D19A3C}"/>
              </a:ext>
            </a:extLst>
          </p:cNvPr>
          <p:cNvSpPr>
            <a:spLocks noGrp="1"/>
          </p:cNvSpPr>
          <p:nvPr>
            <p:ph idx="1"/>
          </p:nvPr>
        </p:nvSpPr>
        <p:spPr>
          <a:xfrm>
            <a:off x="838200" y="1722755"/>
            <a:ext cx="10984095" cy="4976408"/>
          </a:xfrm>
        </p:spPr>
        <p:txBody>
          <a:bodyPr>
            <a:normAutofit/>
          </a:bodyPr>
          <a:lstStyle/>
          <a:p>
            <a:pPr marL="0" indent="0">
              <a:lnSpc>
                <a:spcPct val="100000"/>
              </a:lnSpc>
              <a:buNone/>
            </a:pPr>
            <a:r>
              <a:rPr lang="ja-JP" altLang="en-US" sz="3600" dirty="0">
                <a:solidFill>
                  <a:srgbClr val="C0000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野球</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3600" dirty="0">
                <a:latin typeface="メイリオ" panose="020B0604030504040204" pitchFamily="50" charset="-128"/>
                <a:ea typeface="メイリオ" panose="020B0604030504040204" pitchFamily="50" charset="-128"/>
              </a:rPr>
              <a:t>▸小学校２年～高校３年までプレー</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3600" dirty="0">
                <a:latin typeface="メイリオ" panose="020B0604030504040204" pitchFamily="50" charset="-128"/>
                <a:ea typeface="メイリオ" panose="020B0604030504040204" pitchFamily="50" charset="-128"/>
              </a:rPr>
              <a:t>▸現在は熱狂的な楽天ファン</a:t>
            </a:r>
            <a:endParaRPr lang="en-US" altLang="ja-JP" sz="3600" dirty="0">
              <a:latin typeface="メイリオ" panose="020B0604030504040204" pitchFamily="50" charset="-128"/>
              <a:ea typeface="メイリオ" panose="020B0604030504040204" pitchFamily="50" charset="-128"/>
            </a:endParaRPr>
          </a:p>
          <a:p>
            <a:pPr marL="0" indent="0">
              <a:lnSpc>
                <a:spcPct val="150000"/>
              </a:lnSpc>
              <a:buNone/>
            </a:pPr>
            <a:r>
              <a:rPr lang="ja-JP" altLang="en-US" sz="3600" dirty="0">
                <a:solidFill>
                  <a:srgbClr val="C00000"/>
                </a:solidFill>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推し活</a:t>
            </a:r>
            <a:endParaRPr lang="en-US" altLang="ja-JP" sz="36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4400" dirty="0">
                <a:latin typeface="メイリオ" panose="020B0604030504040204" pitchFamily="50" charset="-128"/>
                <a:ea typeface="メイリオ" panose="020B0604030504040204" pitchFamily="50" charset="-128"/>
              </a:rPr>
              <a:t>▸</a:t>
            </a:r>
            <a:r>
              <a:rPr lang="en-US" altLang="ja-JP" sz="3600" b="1" dirty="0">
                <a:latin typeface="メイリオ" panose="020B0604030504040204" pitchFamily="50" charset="-128"/>
                <a:ea typeface="メイリオ" panose="020B0604030504040204" pitchFamily="50" charset="-128"/>
              </a:rPr>
              <a:t>K-POP</a:t>
            </a:r>
            <a:r>
              <a:rPr lang="ja-JP" altLang="en-US" sz="3600" dirty="0">
                <a:latin typeface="メイリオ" panose="020B0604030504040204" pitchFamily="50" charset="-128"/>
                <a:ea typeface="メイリオ" panose="020B0604030504040204" pitchFamily="50" charset="-128"/>
              </a:rPr>
              <a:t>や坂道など多岐にわたる</a:t>
            </a:r>
            <a:endParaRPr lang="en-US" altLang="ja-JP" sz="4400" dirty="0">
              <a:latin typeface="メイリオ" panose="020B0604030504040204" pitchFamily="50" charset="-128"/>
              <a:ea typeface="メイリオ" panose="020B0604030504040204" pitchFamily="50" charset="-128"/>
            </a:endParaRPr>
          </a:p>
          <a:p>
            <a:pPr marL="0" indent="0">
              <a:lnSpc>
                <a:spcPct val="100000"/>
              </a:lnSpc>
              <a:buNone/>
            </a:pPr>
            <a:r>
              <a:rPr lang="ja-JP" altLang="en-US" sz="4400" dirty="0">
                <a:latin typeface="メイリオ" panose="020B0604030504040204" pitchFamily="50" charset="-128"/>
                <a:ea typeface="メイリオ" panose="020B0604030504040204" pitchFamily="50" charset="-128"/>
              </a:rPr>
              <a:t>▸</a:t>
            </a:r>
            <a:r>
              <a:rPr lang="ja-JP" altLang="en-US" sz="3600" dirty="0">
                <a:latin typeface="メイリオ" panose="020B0604030504040204" pitchFamily="50" charset="-128"/>
                <a:ea typeface="メイリオ" panose="020B0604030504040204" pitchFamily="50" charset="-128"/>
              </a:rPr>
              <a:t>最近は馬活（単純にかっこかわいい）</a:t>
            </a:r>
            <a:endParaRPr lang="en-US" altLang="ja-JP" sz="4400" dirty="0">
              <a:latin typeface="メイリオ" panose="020B0604030504040204" pitchFamily="50" charset="-128"/>
              <a:ea typeface="メイリオ" panose="020B0604030504040204" pitchFamily="50" charset="-128"/>
            </a:endParaRPr>
          </a:p>
        </p:txBody>
      </p:sp>
      <p:sp>
        <p:nvSpPr>
          <p:cNvPr id="6" name="スライド番号プレースホルダー 5">
            <a:extLst>
              <a:ext uri="{FF2B5EF4-FFF2-40B4-BE49-F238E27FC236}">
                <a16:creationId xmlns:a16="http://schemas.microsoft.com/office/drawing/2014/main" id="{4B9FCE08-6E8F-A36D-3B33-FF7D4B02AA53}"/>
              </a:ext>
            </a:extLst>
          </p:cNvPr>
          <p:cNvSpPr>
            <a:spLocks noGrp="1"/>
          </p:cNvSpPr>
          <p:nvPr>
            <p:ph type="sldNum" sz="quarter" idx="12"/>
          </p:nvPr>
        </p:nvSpPr>
        <p:spPr/>
        <p:txBody>
          <a:bodyPr/>
          <a:lstStyle/>
          <a:p>
            <a:fld id="{AFE945F5-A9CE-4CB8-A87C-9D9EF6F2D11D}" type="slidenum">
              <a:rPr kumimoji="1" lang="ja-JP" altLang="en-US" smtClean="0"/>
              <a:t>6</a:t>
            </a:fld>
            <a:endParaRPr kumimoji="1" lang="ja-JP" altLang="en-US"/>
          </a:p>
        </p:txBody>
      </p:sp>
      <p:pic>
        <p:nvPicPr>
          <p:cNvPr id="3" name="図 2">
            <a:extLst>
              <a:ext uri="{FF2B5EF4-FFF2-40B4-BE49-F238E27FC236}">
                <a16:creationId xmlns:a16="http://schemas.microsoft.com/office/drawing/2014/main" id="{6DE32059-3E42-C234-58EC-B6AEC506C06F}"/>
              </a:ext>
            </a:extLst>
          </p:cNvPr>
          <p:cNvPicPr>
            <a:picLocks noChangeAspect="1"/>
          </p:cNvPicPr>
          <p:nvPr/>
        </p:nvPicPr>
        <p:blipFill>
          <a:blip r:embed="rId3"/>
          <a:stretch>
            <a:fillRect/>
          </a:stretch>
        </p:blipFill>
        <p:spPr>
          <a:xfrm>
            <a:off x="8401279" y="1114425"/>
            <a:ext cx="3421016" cy="2568506"/>
          </a:xfrm>
          <a:prstGeom prst="rect">
            <a:avLst/>
          </a:prstGeom>
        </p:spPr>
      </p:pic>
      <p:pic>
        <p:nvPicPr>
          <p:cNvPr id="12" name="図 11" descr="ロゴ&#10;&#10;AI 生成コンテンツは誤りを含む可能性があります。">
            <a:extLst>
              <a:ext uri="{FF2B5EF4-FFF2-40B4-BE49-F238E27FC236}">
                <a16:creationId xmlns:a16="http://schemas.microsoft.com/office/drawing/2014/main" id="{0BB17A03-058D-85E6-EFE9-9892B900A3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81408" y="3962966"/>
            <a:ext cx="2286704" cy="2286704"/>
          </a:xfrm>
          <a:prstGeom prst="rect">
            <a:avLst/>
          </a:prstGeom>
        </p:spPr>
      </p:pic>
    </p:spTree>
    <p:extLst>
      <p:ext uri="{BB962C8B-B14F-4D97-AF65-F5344CB8AC3E}">
        <p14:creationId xmlns:p14="http://schemas.microsoft.com/office/powerpoint/2010/main" val="2835125960"/>
      </p:ext>
    </p:extLst>
  </p:cSld>
  <p:clrMapOvr>
    <a:masterClrMapping/>
  </p:clrMapOvr>
  <mc:AlternateContent xmlns:mc="http://schemas.openxmlformats.org/markup-compatibility/2006" xmlns:p14="http://schemas.microsoft.com/office/powerpoint/2010/main">
    <mc:Choice Requires="p14">
      <p:transition spd="slow" p14:dur="2000" advTm="775"/>
    </mc:Choice>
    <mc:Fallback xmlns="">
      <p:transition spd="slow" advTm="77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5629011" y="1212649"/>
            <a:ext cx="6200514" cy="4311202"/>
          </a:xfrm>
        </p:spPr>
        <p:txBody>
          <a:bodyPr>
            <a:normAutofit/>
          </a:bodyPr>
          <a:lstStyle/>
          <a:p>
            <a:pPr marL="0" indent="0">
              <a:lnSpc>
                <a:spcPct val="150000"/>
              </a:lnSpc>
              <a:buNone/>
            </a:pPr>
            <a:endParaRPr lang="en-US" altLang="ja-JP" sz="3300" dirty="0">
              <a:latin typeface="メイリオ" panose="020B0604030504040204" pitchFamily="50" charset="-128"/>
              <a:ea typeface="メイリオ" panose="020B0604030504040204" pitchFamily="50" charset="-128"/>
            </a:endParaRPr>
          </a:p>
          <a:p>
            <a:pPr marL="0" indent="0">
              <a:lnSpc>
                <a:spcPct val="150000"/>
              </a:lnSpc>
              <a:buNone/>
            </a:pPr>
            <a:endParaRPr lang="en-US" altLang="ja-JP" sz="3300" dirty="0">
              <a:latin typeface="メイリオ" panose="020B0604030504040204" pitchFamily="50" charset="-128"/>
              <a:ea typeface="メイリオ" panose="020B0604030504040204" pitchFamily="50" charset="-128"/>
            </a:endParaRPr>
          </a:p>
          <a:p>
            <a:pPr marL="0" indent="0">
              <a:buNone/>
            </a:pPr>
            <a:endParaRPr kumimoji="1" lang="en-US" altLang="ja-JP" sz="4000" dirty="0">
              <a:latin typeface="メイリオ" panose="020B0604030504040204" pitchFamily="50" charset="-128"/>
              <a:ea typeface="メイリオ" panose="020B0604030504040204" pitchFamily="50" charset="-128"/>
            </a:endParaRPr>
          </a:p>
        </p:txBody>
      </p:sp>
      <p:pic>
        <p:nvPicPr>
          <p:cNvPr id="7" name="図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2104" y="2824899"/>
            <a:ext cx="5303941" cy="3531451"/>
          </a:xfrm>
          <a:prstGeom prst="rect">
            <a:avLst/>
          </a:prstGeom>
        </p:spPr>
      </p:pic>
      <p:sp>
        <p:nvSpPr>
          <p:cNvPr id="6" name="テキスト ボックス 5"/>
          <p:cNvSpPr txBox="1"/>
          <p:nvPr/>
        </p:nvSpPr>
        <p:spPr>
          <a:xfrm>
            <a:off x="1993423" y="1118821"/>
            <a:ext cx="8661304" cy="769441"/>
          </a:xfrm>
          <a:prstGeom prst="rect">
            <a:avLst/>
          </a:prstGeom>
          <a:noFill/>
        </p:spPr>
        <p:txBody>
          <a:bodyPr wrap="square" rtlCol="0">
            <a:spAutoFit/>
          </a:bodyPr>
          <a:lstStyle/>
          <a:p>
            <a:r>
              <a:rPr kumimoji="1" lang="ja-JP" altLang="en-US" sz="4400" b="1" dirty="0">
                <a:solidFill>
                  <a:schemeClr val="bg1"/>
                </a:solidFill>
                <a:latin typeface="メイリオ" panose="020B0604030504040204" pitchFamily="50" charset="-128"/>
                <a:ea typeface="メイリオ" panose="020B0604030504040204" pitchFamily="50" charset="-128"/>
              </a:rPr>
              <a:t>これからよろしくお願いします！</a:t>
            </a:r>
          </a:p>
        </p:txBody>
      </p:sp>
      <p:sp>
        <p:nvSpPr>
          <p:cNvPr id="4" name="正方形/長方形 3"/>
          <p:cNvSpPr/>
          <p:nvPr/>
        </p:nvSpPr>
        <p:spPr>
          <a:xfrm>
            <a:off x="32132"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00B0F0"/>
              </a:solidFill>
            </a:endParaRPr>
          </a:p>
        </p:txBody>
      </p:sp>
      <p:sp>
        <p:nvSpPr>
          <p:cNvPr id="5" name="スライド番号プレースホルダー 4"/>
          <p:cNvSpPr>
            <a:spLocks noGrp="1"/>
          </p:cNvSpPr>
          <p:nvPr>
            <p:ph type="sldNum" sz="quarter" idx="12"/>
          </p:nvPr>
        </p:nvSpPr>
        <p:spPr/>
        <p:txBody>
          <a:bodyPr/>
          <a:lstStyle/>
          <a:p>
            <a:fld id="{D6FCED41-0C90-47B4-83A2-1816DAEB1781}" type="slidenum">
              <a:rPr kumimoji="1" lang="ja-JP" altLang="en-US" smtClean="0"/>
              <a:t>7</a:t>
            </a:fld>
            <a:endParaRPr kumimoji="1" lang="ja-JP" altLang="en-US"/>
          </a:p>
        </p:txBody>
      </p:sp>
    </p:spTree>
    <p:extLst>
      <p:ext uri="{BB962C8B-B14F-4D97-AF65-F5344CB8AC3E}">
        <p14:creationId xmlns:p14="http://schemas.microsoft.com/office/powerpoint/2010/main" val="107127212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自己紹介（大橋）</Template>
  <TotalTime>500</TotalTime>
  <Words>810</Words>
  <Application>Microsoft Office PowerPoint</Application>
  <PresentationFormat>ワイド画面</PresentationFormat>
  <Paragraphs>97</Paragraphs>
  <Slides>7</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メイリオ</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Being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大橋 陸</dc:creator>
  <cp:lastModifiedBy>大橋 陸</cp:lastModifiedBy>
  <cp:revision>4</cp:revision>
  <dcterms:created xsi:type="dcterms:W3CDTF">2025-11-09T23:54:54Z</dcterms:created>
  <dcterms:modified xsi:type="dcterms:W3CDTF">2025-11-11T00:18:58Z</dcterms:modified>
</cp:coreProperties>
</file>